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128016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Boundless Horizons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procédurale de terrain 3D par bruit de Perlin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0" y="621792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6324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06840" y="640080"/>
            <a:ext cx="28346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11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Sup. : Abel Laval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  •  GDScript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874520"/>
            <a:ext cx="3566160" cy="4389120"/>
          </a:xfrm>
          <a:prstGeom prst="rect">
            <a:avLst/>
          </a:prstGeom>
          <a:solidFill>
            <a:srgbClr val="0F2240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77640" y="1874520"/>
            <a:ext cx="3566160" cy="4389120"/>
          </a:xfrm>
          <a:prstGeom prst="rect">
            <a:avLst/>
          </a:prstGeom>
          <a:solidFill>
            <a:srgbClr val="0F2240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0" y="1874520"/>
            <a:ext cx="3566160" cy="4389120"/>
          </a:xfrm>
          <a:prstGeom prst="rect">
            <a:avLst/>
          </a:prstGeom>
          <a:solidFill>
            <a:srgbClr val="0F2240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874520"/>
            <a:ext cx="3566160" cy="347472"/>
          </a:xfrm>
          <a:prstGeom prst="rect">
            <a:avLst/>
          </a:prstGeom>
          <a:solidFill>
            <a:srgbClr val="2ECC71">
              <a:alpha val="8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874520"/>
            <a:ext cx="64008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874520"/>
            <a:ext cx="3429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Le Jeu : Boundless Horizons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" y="2331720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d'exploration 3D développé sous Godot 4. Le joueur pilote un vaisseau au-dessus d'un monde infini généré algorithmiquement — sans aucun niveau prédéfini.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3154680"/>
            <a:ext cx="3346704" cy="594360"/>
          </a:xfrm>
          <a:prstGeom prst="rect">
            <a:avLst/>
          </a:prstGeom>
          <a:solidFill>
            <a:srgbClr val="0A2E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172968"/>
            <a:ext cx="3236976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Inspiré de Minecraft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infinie observée en temps réel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" y="3840480"/>
            <a:ext cx="3346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 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infini  </a:t>
            </a:r>
            <a:pPr algn="l" indent="0" marL="0">
              <a:buNone/>
            </a:pPr>
            <a:r>
              <a:rPr lang="en-US" sz="1050" dirty="0">
                <a:solidFill>
                  <a:srgbClr val="7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chunks générés à la volée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Biomes dynamiques  </a:t>
            </a:r>
            <a:pPr algn="l" indent="0" marL="0">
              <a:buNone/>
            </a:pPr>
            <a:r>
              <a:rPr lang="en-US" sz="1050" dirty="0">
                <a:solidFill>
                  <a:srgbClr val="7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11 textures interpolées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adaptatif  </a:t>
            </a:r>
            <a:pPr algn="l" indent="0" marL="0">
              <a:buNone/>
            </a:pPr>
            <a:r>
              <a:rPr lang="en-US" sz="1050" dirty="0">
                <a:solidFill>
                  <a:srgbClr val="7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 octaves proche, 3 au loin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  </a:t>
            </a:r>
            <a:pPr algn="l" indent="0" marL="0">
              <a:buNone/>
            </a:pPr>
            <a:r>
              <a:rPr lang="en-US" sz="1050" dirty="0">
                <a:solidFill>
                  <a:srgbClr val="7B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graine globale reproductible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562356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08176" y="562356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08176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23744" y="5623560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5623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77640" y="1874520"/>
            <a:ext cx="3566160" cy="347472"/>
          </a:xfrm>
          <a:prstGeom prst="rect">
            <a:avLst/>
          </a:prstGeom>
          <a:solidFill>
            <a:srgbClr val="3498DB">
              <a:alpha val="85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1874520"/>
            <a:ext cx="64008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87368" y="1874520"/>
            <a:ext cx="3429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Architecture en 3 Couches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69080" y="2304288"/>
            <a:ext cx="3383280" cy="1234440"/>
          </a:xfrm>
          <a:prstGeom prst="rect">
            <a:avLst/>
          </a:prstGeom>
          <a:solidFill>
            <a:srgbClr val="0D1E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2304288"/>
            <a:ext cx="64008" cy="1234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78808" y="23408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1 — PerlinNoise (base)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78808" y="25786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2D amélioré (Ken Perlin, 2002) avec table de permutations de 256 éléments et 16 vecteurs gradients fixes.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78808" y="3072384"/>
            <a:ext cx="3154680" cy="384048"/>
          </a:xfrm>
          <a:prstGeom prst="rect">
            <a:avLst/>
          </a:prstGeom>
          <a:solidFill>
            <a:srgbClr val="070E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f(t) = t³(6t² − 15t + 10)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B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Lissage quintique → continuité C²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69080" y="3675888"/>
            <a:ext cx="3383280" cy="1234440"/>
          </a:xfrm>
          <a:prstGeom prst="rect">
            <a:avLst/>
          </a:prstGeom>
          <a:solidFill>
            <a:srgbClr val="0D1E35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9080" y="3675888"/>
            <a:ext cx="64008" cy="1234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78808" y="37124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2 — OctaveNoise (FBM)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78808" y="39502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Brownian Motion : superposition de N octaves. Chaque octave double la fréquence et divise l'amplitude par 2.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78808" y="4443984"/>
            <a:ext cx="3154680" cy="384048"/>
          </a:xfrm>
          <a:prstGeom prst="rect">
            <a:avLst/>
          </a:prstGeom>
          <a:solidFill>
            <a:srgbClr val="070E1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453128"/>
            <a:ext cx="31089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h(x,y) = Σ aⁿ · P(fⁿx, fⁿy)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B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octaves au niveau max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69080" y="5047488"/>
            <a:ext cx="3383280" cy="1234440"/>
          </a:xfrm>
          <a:prstGeom prst="rect">
            <a:avLst/>
          </a:prstGeom>
          <a:solidFill>
            <a:srgbClr val="0D1E35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69080" y="5047488"/>
            <a:ext cx="64008" cy="1234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78808" y="50840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3 — Shaping non-linéaire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178808" y="53218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Continentalité (océan/terre), pics (chaînes montagneuses), rugosité (aspérité rocheuse mi-altitude) + SimplexNoise micro-détails.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178808" y="5815584"/>
            <a:ext cx="3154680" cy="384048"/>
          </a:xfrm>
          <a:prstGeom prst="rect">
            <a:avLst/>
          </a:prstGeom>
          <a:solidFill>
            <a:srgbClr val="070E1A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5824728"/>
            <a:ext cx="31089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mix(continent, peaks, roughness)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B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Combinaison multi-signaux indépendants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72400" y="1874520"/>
            <a:ext cx="3566160" cy="347472"/>
          </a:xfrm>
          <a:prstGeom prst="rect">
            <a:avLst/>
          </a:prstGeom>
          <a:solidFill>
            <a:srgbClr val="F39C12">
              <a:alpha val="85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0" y="1874520"/>
            <a:ext cx="64008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82128" y="1874520"/>
            <a:ext cx="3429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Résultats &amp; Biomes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882128" y="2331720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génère des environnements variés et géographiquement cohérents, avec transitions douces entre biomes.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82128" y="2926080"/>
            <a:ext cx="1627632" cy="438912"/>
          </a:xfrm>
          <a:prstGeom prst="roundRect">
            <a:avLst>
              <a:gd name="adj" fmla="val 12500"/>
            </a:avLst>
          </a:prstGeom>
          <a:solidFill>
            <a:srgbClr val="27AE60">
              <a:alpha val="2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27848" y="2926080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Plaines côtières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601200" y="2926080"/>
            <a:ext cx="1627632" cy="438912"/>
          </a:xfrm>
          <a:prstGeom prst="roundRect">
            <a:avLst>
              <a:gd name="adj" fmla="val 12500"/>
            </a:avLst>
          </a:prstGeom>
          <a:solidFill>
            <a:srgbClr val="D4AC0D">
              <a:alpha val="25000"/>
            </a:srgbClr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46920" y="2926080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🏜  Plateaux désertiques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882128" y="3456432"/>
            <a:ext cx="1627632" cy="438912"/>
          </a:xfrm>
          <a:prstGeom prst="roundRect">
            <a:avLst>
              <a:gd name="adj" fmla="val 12500"/>
            </a:avLst>
          </a:prstGeom>
          <a:solidFill>
            <a:srgbClr val="1E8449">
              <a:alpha val="25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27848" y="3456432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Forêts denses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601200" y="3456432"/>
            <a:ext cx="1627632" cy="438912"/>
          </a:xfrm>
          <a:prstGeom prst="roundRect">
            <a:avLst>
              <a:gd name="adj" fmla="val 12500"/>
            </a:avLst>
          </a:prstGeom>
          <a:solidFill>
            <a:srgbClr val="85C1E9">
              <a:alpha val="25000"/>
            </a:srgbClr>
          </a:solidFill>
          <a:ln w="12700">
            <a:solidFill>
              <a:srgbClr val="85C1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46920" y="3456432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  Massifs enneigés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882128" y="3986784"/>
            <a:ext cx="1627632" cy="438912"/>
          </a:xfrm>
          <a:prstGeom prst="roundRect">
            <a:avLst>
              <a:gd name="adj" fmla="val 12500"/>
            </a:avLst>
          </a:prstGeom>
          <a:solidFill>
            <a:srgbClr val="1A5276">
              <a:alpha val="2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27848" y="3986784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Océans &amp; lacs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601200" y="3986784"/>
            <a:ext cx="1627632" cy="438912"/>
          </a:xfrm>
          <a:prstGeom prst="roundRect">
            <a:avLst>
              <a:gd name="adj" fmla="val 12500"/>
            </a:avLst>
          </a:prstGeom>
          <a:solidFill>
            <a:srgbClr val="717D7E">
              <a:alpha val="25000"/>
            </a:srgbClr>
          </a:solidFill>
          <a:ln w="12700">
            <a:solidFill>
              <a:srgbClr val="717D7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46920" y="3986784"/>
            <a:ext cx="15544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  Zones rocheuses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882128" y="4572000"/>
            <a:ext cx="3346704" cy="731520"/>
          </a:xfrm>
          <a:prstGeom prst="rect">
            <a:avLst/>
          </a:prstGeom>
          <a:solidFill>
            <a:srgbClr val="0A1E35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36992" y="4599432"/>
            <a:ext cx="3236976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climatique 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+ humidité encodées en vertex colors → transmises au shader → interpolation entre 11 textures.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882128" y="5394960"/>
            <a:ext cx="3346704" cy="548640"/>
          </a:xfrm>
          <a:prstGeom prst="rect">
            <a:avLst/>
          </a:prstGeom>
          <a:solidFill>
            <a:srgbClr val="0A1E35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36992" y="5422392"/>
            <a:ext cx="3236976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</a:t>
            </a:r>
            <a:pPr algn="l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Pool de threads workers, chunks déterministes, LOD adaptatif → framerate stable sur monde illimité.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74320" y="6601968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11  —  Génération procédurale de terrain 3D  •  Superviseur : Abel Laval  •  Godot 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2026-03-11T16:38:19Z</dcterms:created>
  <dcterms:modified xsi:type="dcterms:W3CDTF">2026-03-11T16:38:19Z</dcterms:modified>
</cp:coreProperties>
</file>