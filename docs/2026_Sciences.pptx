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32899350" cy="43562588"/>
  <p:notesSz cx="6867525" cy="99933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e de titre">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2467080" y="13531680"/>
            <a:ext cx="27965160" cy="9338760"/>
          </a:xfrm>
          <a:prstGeom prst="rect">
            <a:avLst/>
          </a:prstGeom>
          <a:noFill/>
          <a:ln w="0">
            <a:noFill/>
          </a:ln>
        </p:spPr>
        <p:txBody>
          <a:bodyPr numCol="1" spcCol="0" lIns="437040" tIns="218520" rIns="437040" bIns="218520" anchor="ctr">
            <a:noAutofit/>
          </a:bodyPr>
          <a:lstStyle>
            <a:lvl1pPr indent="0" algn="ctr" defTabSz="4368960">
              <a:lnSpc>
                <a:spcPct val="100000"/>
              </a:lnSpc>
              <a:buNone/>
              <a:defRPr lang="fr-FR" sz="21000" b="0" u="none" strike="noStrike">
                <a:solidFill>
                  <a:schemeClr val="dk2"/>
                </a:solidFill>
                <a:effectLst/>
                <a:uFillTx/>
                <a:latin typeface="Arial"/>
                <a:ea typeface="ＭＳ Ｐゴシック"/>
              </a:defRPr>
            </a:lvl1pPr>
          </a:lstStyle>
          <a:p>
            <a:pPr indent="0" algn="ctr" defTabSz="4368960">
              <a:lnSpc>
                <a:spcPct val="100000"/>
              </a:lnSpc>
              <a:buNone/>
            </a:pPr>
            <a:r>
              <a:rPr lang="fr-FR" sz="21000" b="0" u="none" strike="noStrike">
                <a:solidFill>
                  <a:schemeClr val="dk2"/>
                </a:solidFill>
                <a:effectLst/>
                <a:uFillTx/>
                <a:latin typeface="Arial"/>
                <a:ea typeface="ＭＳ Ｐゴシック"/>
              </a:rPr>
              <a:t>Cliquez pour modifier le style du titre</a:t>
            </a:r>
            <a:endParaRPr lang="fr-FR" sz="21000" b="0" u="none" strike="noStrike">
              <a:solidFill>
                <a:schemeClr val="dk2"/>
              </a:solidFill>
              <a:effectLst/>
              <a:uFillTx/>
              <a:latin typeface="Arial"/>
            </a:endParaRPr>
          </a:p>
        </p:txBody>
      </p:sp>
      <p:sp>
        <p:nvSpPr>
          <p:cNvPr id="3" name="PlaceHolder 2"/>
          <p:cNvSpPr>
            <a:spLocks noGrp="1"/>
          </p:cNvSpPr>
          <p:nvPr>
            <p:ph type="dt" idx="1"/>
          </p:nvPr>
        </p:nvSpPr>
        <p:spPr>
          <a:xfrm>
            <a:off x="2467080" y="39690720"/>
            <a:ext cx="6854400" cy="2903040"/>
          </a:xfrm>
          <a:prstGeom prst="rect">
            <a:avLst/>
          </a:prstGeom>
          <a:noFill/>
          <a:ln w="0">
            <a:noFill/>
          </a:ln>
        </p:spPr>
        <p:txBody>
          <a:bodyPr numCol="1" spcCol="0" lIns="437040" tIns="218520" rIns="437040" bIns="21852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4" name="PlaceHolder 3"/>
          <p:cNvSpPr>
            <a:spLocks noGrp="1"/>
          </p:cNvSpPr>
          <p:nvPr>
            <p:ph type="ftr" idx="2"/>
          </p:nvPr>
        </p:nvSpPr>
        <p:spPr>
          <a:xfrm>
            <a:off x="11241000" y="39690720"/>
            <a:ext cx="10416960" cy="2903040"/>
          </a:xfrm>
          <a:prstGeom prst="rect">
            <a:avLst/>
          </a:prstGeom>
          <a:noFill/>
          <a:ln w="0">
            <a:noFill/>
          </a:ln>
        </p:spPr>
        <p:txBody>
          <a:bodyPr numCol="1" spcCol="0" lIns="437040" tIns="218520" rIns="437040" bIns="21852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23577480" y="39690720"/>
            <a:ext cx="6854400" cy="2903040"/>
          </a:xfrm>
          <a:prstGeom prst="rect">
            <a:avLst/>
          </a:prstGeom>
          <a:noFill/>
          <a:ln w="0">
            <a:noFill/>
          </a:ln>
        </p:spPr>
        <p:txBody>
          <a:bodyPr numCol="1" spcCol="0" lIns="437040" tIns="218520" rIns="437040" bIns="218520" anchor="t">
            <a:noAutofit/>
          </a:bodyPr>
          <a:lstStyle>
            <a:lvl1pPr indent="0" algn="r" defTabSz="4368960">
              <a:lnSpc>
                <a:spcPct val="100000"/>
              </a:lnSpc>
              <a:buNone/>
              <a:defRPr lang="fr-FR" sz="6700" b="0" u="none" strike="noStrike">
                <a:solidFill>
                  <a:schemeClr val="dk1"/>
                </a:solidFill>
                <a:effectLst/>
                <a:uFillTx/>
                <a:latin typeface="Arial"/>
                <a:ea typeface="ＭＳ Ｐゴシック"/>
              </a:defRPr>
            </a:lvl1pPr>
          </a:lstStyle>
          <a:p>
            <a:pPr indent="0" algn="r" defTabSz="4368960">
              <a:lnSpc>
                <a:spcPct val="100000"/>
              </a:lnSpc>
              <a:buNone/>
            </a:pPr>
            <a:fld id="{98EDF3A5-E1F5-44B6-92E2-112E15A448E2}" type="slidenum">
              <a:rPr lang="fr-FR" sz="6700" b="0" u="none" strike="noStrike">
                <a:solidFill>
                  <a:schemeClr val="dk1"/>
                </a:solidFill>
                <a:effectLst/>
                <a:uFillTx/>
                <a:latin typeface="Arial"/>
                <a:ea typeface="ＭＳ Ｐゴシック"/>
              </a:rPr>
              <a:t>&lt;number&gt;</a:t>
            </a:fld>
            <a:endParaRPr lang="en-US" sz="67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re et texte vertical">
    <p:bg>
      <p:bgPr>
        <a:solidFill>
          <a:schemeClr val="lt1"/>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2467080" y="3871800"/>
            <a:ext cx="27965160" cy="7260840"/>
          </a:xfrm>
          <a:prstGeom prst="rect">
            <a:avLst/>
          </a:prstGeom>
          <a:noFill/>
          <a:ln w="0">
            <a:noFill/>
          </a:ln>
        </p:spPr>
        <p:txBody>
          <a:bodyPr numCol="1" spcCol="0" lIns="437040" tIns="218520" rIns="437040" bIns="218520" anchor="ctr">
            <a:noAutofit/>
          </a:bodyPr>
          <a:lstStyle>
            <a:lvl1pPr indent="0" algn="ctr" defTabSz="4368960">
              <a:lnSpc>
                <a:spcPct val="100000"/>
              </a:lnSpc>
              <a:buNone/>
              <a:defRPr lang="fr-FR" sz="21000" b="0" u="none" strike="noStrike">
                <a:solidFill>
                  <a:schemeClr val="dk2"/>
                </a:solidFill>
                <a:effectLst/>
                <a:uFillTx/>
                <a:latin typeface="Arial"/>
                <a:ea typeface="ＭＳ Ｐゴシック"/>
              </a:defRPr>
            </a:lvl1pPr>
          </a:lstStyle>
          <a:p>
            <a:pPr indent="0" algn="ctr" defTabSz="4368960">
              <a:lnSpc>
                <a:spcPct val="100000"/>
              </a:lnSpc>
              <a:buNone/>
            </a:pPr>
            <a:r>
              <a:rPr lang="fr-FR" sz="21000" b="0" u="none" strike="noStrike">
                <a:solidFill>
                  <a:schemeClr val="dk2"/>
                </a:solidFill>
                <a:effectLst/>
                <a:uFillTx/>
                <a:latin typeface="Arial"/>
                <a:ea typeface="ＭＳ Ｐゴシック"/>
              </a:rPr>
              <a:t>Cliquez pour modifier le style du titre</a:t>
            </a:r>
            <a:endParaRPr lang="fr-FR" sz="21000" b="0" u="none" strike="noStrike">
              <a:solidFill>
                <a:schemeClr val="dk2"/>
              </a:solidFill>
              <a:effectLst/>
              <a:uFillTx/>
              <a:latin typeface="Arial"/>
            </a:endParaRPr>
          </a:p>
        </p:txBody>
      </p:sp>
      <p:sp>
        <p:nvSpPr>
          <p:cNvPr id="7" name="PlaceHolder 2"/>
          <p:cNvSpPr>
            <a:spLocks noGrp="1"/>
          </p:cNvSpPr>
          <p:nvPr>
            <p:ph type="body"/>
          </p:nvPr>
        </p:nvSpPr>
        <p:spPr>
          <a:xfrm>
            <a:off x="2467080" y="12584160"/>
            <a:ext cx="27965160" cy="26137800"/>
          </a:xfrm>
          <a:prstGeom prst="rect">
            <a:avLst/>
          </a:prstGeom>
          <a:noFill/>
          <a:ln w="0">
            <a:noFill/>
          </a:ln>
        </p:spPr>
        <p:txBody>
          <a:bodyPr numCol="1" spcCol="0" lIns="437040" tIns="218520" rIns="437040" bIns="218520" anchor="t" vert="eaVert">
            <a:noAutofit/>
          </a:bodyPr>
          <a:lstStyle>
            <a:lvl1pPr algn="l" defTabSz="4368960">
              <a:lnSpc>
                <a:spcPct val="100000"/>
              </a:lnSpc>
              <a:spcBef>
                <a:spcPts val="3061"/>
              </a:spcBef>
              <a:buClr>
                <a:srgbClr val="000000"/>
              </a:buClr>
              <a:buFont typeface="Symbol" charset="2"/>
              <a:buChar char=""/>
              <a:defRPr lang="fr-FR" sz="15300" b="0" u="none" strike="noStrike">
                <a:solidFill>
                  <a:schemeClr val="dk1"/>
                </a:solidFill>
                <a:effectLst/>
                <a:uFillTx/>
                <a:latin typeface="Arial"/>
                <a:ea typeface="ＭＳ Ｐゴシック"/>
              </a:defRPr>
            </a:lvl1pPr>
            <a:lvl2pPr lvl="1" algn="l" defTabSz="4368960">
              <a:lnSpc>
                <a:spcPct val="100000"/>
              </a:lnSpc>
              <a:spcBef>
                <a:spcPts val="2679"/>
              </a:spcBef>
              <a:buClr>
                <a:srgbClr val="000000"/>
              </a:buClr>
              <a:buFont typeface="Symbol" charset="2"/>
              <a:buChar char=""/>
              <a:defRPr lang="fr-FR" sz="13400" b="0" u="none" strike="noStrike">
                <a:solidFill>
                  <a:schemeClr val="dk1"/>
                </a:solidFill>
                <a:effectLst/>
                <a:uFillTx/>
                <a:latin typeface="Arial"/>
                <a:ea typeface="ＭＳ Ｐゴシック"/>
              </a:defRPr>
            </a:lvl2pPr>
            <a:lvl3pPr lvl="2" algn="l" defTabSz="4368960">
              <a:lnSpc>
                <a:spcPct val="100000"/>
              </a:lnSpc>
              <a:spcBef>
                <a:spcPts val="2299"/>
              </a:spcBef>
              <a:buClr>
                <a:srgbClr val="000000"/>
              </a:buClr>
              <a:buFont typeface="Symbol" charset="2"/>
              <a:buChar char=""/>
              <a:defRPr lang="fr-FR" sz="11500" b="0" u="none" strike="noStrike">
                <a:solidFill>
                  <a:schemeClr val="dk1"/>
                </a:solidFill>
                <a:effectLst/>
                <a:uFillTx/>
                <a:latin typeface="Arial"/>
                <a:ea typeface="ＭＳ Ｐゴシック"/>
              </a:defRPr>
            </a:lvl3pPr>
            <a:lvl4pPr lvl="3" algn="l" defTabSz="4368960">
              <a:lnSpc>
                <a:spcPct val="100000"/>
              </a:lnSpc>
              <a:spcBef>
                <a:spcPts val="1919"/>
              </a:spcBef>
              <a:buClr>
                <a:srgbClr val="000000"/>
              </a:buClr>
              <a:buFont typeface="Symbol" charset="2"/>
              <a:buChar char=""/>
              <a:defRPr lang="fr-FR" sz="9600" b="0" u="none" strike="noStrike">
                <a:solidFill>
                  <a:schemeClr val="dk1"/>
                </a:solidFill>
                <a:effectLst/>
                <a:uFillTx/>
                <a:latin typeface="Arial"/>
                <a:ea typeface="ＭＳ Ｐゴシック"/>
              </a:defRPr>
            </a:lvl4pPr>
            <a:lvl5pPr lvl="4" algn="l" defTabSz="4368960">
              <a:lnSpc>
                <a:spcPct val="100000"/>
              </a:lnSpc>
              <a:spcBef>
                <a:spcPts val="1919"/>
              </a:spcBef>
              <a:buClr>
                <a:srgbClr val="000000"/>
              </a:buClr>
              <a:buFont typeface="OpenSymbol"/>
              <a:buChar char="»"/>
              <a:defRPr lang="fr-FR" sz="9600" b="0" u="none" strike="noStrike">
                <a:solidFill>
                  <a:schemeClr val="dk1"/>
                </a:solidFill>
                <a:effectLst/>
                <a:uFillTx/>
                <a:latin typeface="Arial"/>
                <a:ea typeface="ＭＳ Ｐゴシック"/>
              </a:defRPr>
            </a:lvl5pPr>
          </a:lstStyle>
          <a:p>
            <a:pPr marL="1638360" indent="-1638360" algn="l" defTabSz="4368960">
              <a:lnSpc>
                <a:spcPct val="100000"/>
              </a:lnSpc>
              <a:spcBef>
                <a:spcPts val="3061"/>
              </a:spcBef>
              <a:buClr>
                <a:srgbClr val="000000"/>
              </a:buClr>
              <a:buFont typeface="Symbol" charset="2"/>
              <a:buChar char=""/>
            </a:pPr>
            <a:r>
              <a:rPr lang="fr-FR" sz="15300" b="0" u="none" strike="noStrike">
                <a:solidFill>
                  <a:schemeClr val="dk1"/>
                </a:solidFill>
                <a:effectLst/>
                <a:uFillTx/>
                <a:latin typeface="Arial"/>
                <a:ea typeface="ＭＳ Ｐゴシック"/>
              </a:rPr>
              <a:t>Cliquez pour modifier les styles du texte du masque</a:t>
            </a:r>
            <a:endParaRPr lang="fr-FR" sz="15300" b="0" u="none" strike="noStrike">
              <a:solidFill>
                <a:schemeClr val="dk1"/>
              </a:solidFill>
              <a:effectLst/>
              <a:uFillTx/>
              <a:latin typeface="Arial"/>
            </a:endParaRPr>
          </a:p>
          <a:p>
            <a:pPr marL="3549600" lvl="1" indent="-1365120" algn="l" defTabSz="4368960">
              <a:lnSpc>
                <a:spcPct val="100000"/>
              </a:lnSpc>
              <a:spcBef>
                <a:spcPts val="2679"/>
              </a:spcBef>
              <a:buClr>
                <a:srgbClr val="000000"/>
              </a:buClr>
              <a:buFont typeface="Symbol" charset="2"/>
              <a:buChar char=""/>
            </a:pPr>
            <a:r>
              <a:rPr lang="fr-FR" sz="13400" b="0" u="none" strike="noStrike">
                <a:solidFill>
                  <a:schemeClr val="dk1"/>
                </a:solidFill>
                <a:effectLst/>
                <a:uFillTx/>
                <a:latin typeface="Arial"/>
                <a:ea typeface="ＭＳ Ｐゴシック"/>
              </a:rPr>
              <a:t>Deuxième niveau</a:t>
            </a:r>
            <a:endParaRPr lang="fr-FR" sz="13400" b="0" u="none" strike="noStrike">
              <a:solidFill>
                <a:schemeClr val="dk1"/>
              </a:solidFill>
              <a:effectLst/>
              <a:uFillTx/>
              <a:latin typeface="Arial"/>
            </a:endParaRPr>
          </a:p>
          <a:p>
            <a:pPr marL="5460840" lvl="2" indent="-1092240" algn="l" defTabSz="4368960">
              <a:lnSpc>
                <a:spcPct val="100000"/>
              </a:lnSpc>
              <a:spcBef>
                <a:spcPts val="2299"/>
              </a:spcBef>
              <a:buClr>
                <a:srgbClr val="000000"/>
              </a:buClr>
              <a:buFont typeface="Symbol" charset="2"/>
              <a:buChar char=""/>
            </a:pPr>
            <a:r>
              <a:rPr lang="fr-FR" sz="11500" b="0" u="none" strike="noStrike">
                <a:solidFill>
                  <a:schemeClr val="dk1"/>
                </a:solidFill>
                <a:effectLst/>
                <a:uFillTx/>
                <a:latin typeface="Arial"/>
                <a:ea typeface="ＭＳ Ｐゴシック"/>
              </a:rPr>
              <a:t>Troisième niveau</a:t>
            </a:r>
            <a:endParaRPr lang="fr-FR" sz="11500" b="0" u="none" strike="noStrike">
              <a:solidFill>
                <a:schemeClr val="dk1"/>
              </a:solidFill>
              <a:effectLst/>
              <a:uFillTx/>
              <a:latin typeface="Arial"/>
            </a:endParaRPr>
          </a:p>
          <a:p>
            <a:pPr marL="7645320" lvl="3" indent="-1092240" algn="l" defTabSz="4368960">
              <a:lnSpc>
                <a:spcPct val="100000"/>
              </a:lnSpc>
              <a:spcBef>
                <a:spcPts val="1919"/>
              </a:spcBef>
              <a:buClr>
                <a:srgbClr val="000000"/>
              </a:buClr>
              <a:buFont typeface="Symbol" charset="2"/>
              <a:buChar char=""/>
            </a:pPr>
            <a:r>
              <a:rPr lang="fr-FR" sz="9600" b="0" u="none" strike="noStrike">
                <a:solidFill>
                  <a:schemeClr val="dk1"/>
                </a:solidFill>
                <a:effectLst/>
                <a:uFillTx/>
                <a:latin typeface="Arial"/>
                <a:ea typeface="ＭＳ Ｐゴシック"/>
              </a:rPr>
              <a:t>Quatrième niveau</a:t>
            </a:r>
            <a:endParaRPr lang="fr-FR" sz="9600" b="0" u="none" strike="noStrike">
              <a:solidFill>
                <a:schemeClr val="dk1"/>
              </a:solidFill>
              <a:effectLst/>
              <a:uFillTx/>
              <a:latin typeface="Arial"/>
            </a:endParaRPr>
          </a:p>
          <a:p>
            <a:pPr marL="9831240" lvl="4" indent="-1093680" algn="l" defTabSz="4368960">
              <a:lnSpc>
                <a:spcPct val="100000"/>
              </a:lnSpc>
              <a:spcBef>
                <a:spcPts val="1919"/>
              </a:spcBef>
              <a:buClr>
                <a:srgbClr val="000000"/>
              </a:buClr>
              <a:buFont typeface="OpenSymbol"/>
              <a:buChar char="»"/>
            </a:pPr>
            <a:r>
              <a:rPr lang="fr-FR" sz="9600" b="0" u="none" strike="noStrike">
                <a:solidFill>
                  <a:schemeClr val="dk1"/>
                </a:solidFill>
                <a:effectLst/>
                <a:uFillTx/>
                <a:latin typeface="Arial"/>
                <a:ea typeface="ＭＳ Ｐゴシック"/>
              </a:rPr>
              <a:t>Cinquième niveau</a:t>
            </a:r>
            <a:endParaRPr lang="fr-FR" sz="9600" b="0" u="none" strike="noStrike">
              <a:solidFill>
                <a:schemeClr val="dk1"/>
              </a:solidFill>
              <a:effectLst/>
              <a:uFillTx/>
              <a:latin typeface="Arial"/>
            </a:endParaRPr>
          </a:p>
        </p:txBody>
      </p:sp>
      <p:sp>
        <p:nvSpPr>
          <p:cNvPr id="8" name="PlaceHolder 3"/>
          <p:cNvSpPr>
            <a:spLocks noGrp="1"/>
          </p:cNvSpPr>
          <p:nvPr>
            <p:ph type="dt" idx="4"/>
          </p:nvPr>
        </p:nvSpPr>
        <p:spPr>
          <a:xfrm>
            <a:off x="2467080" y="39690720"/>
            <a:ext cx="6854400" cy="2903040"/>
          </a:xfrm>
          <a:prstGeom prst="rect">
            <a:avLst/>
          </a:prstGeom>
          <a:noFill/>
          <a:ln w="0">
            <a:noFill/>
          </a:ln>
        </p:spPr>
        <p:txBody>
          <a:bodyPr numCol="1" spcCol="0" lIns="437040" tIns="218520" rIns="437040" bIns="21852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9" name="PlaceHolder 4"/>
          <p:cNvSpPr>
            <a:spLocks noGrp="1"/>
          </p:cNvSpPr>
          <p:nvPr>
            <p:ph type="ftr" idx="5"/>
          </p:nvPr>
        </p:nvSpPr>
        <p:spPr>
          <a:xfrm>
            <a:off x="11241000" y="39690720"/>
            <a:ext cx="10416960" cy="2903040"/>
          </a:xfrm>
          <a:prstGeom prst="rect">
            <a:avLst/>
          </a:prstGeom>
          <a:noFill/>
          <a:ln w="0">
            <a:noFill/>
          </a:ln>
        </p:spPr>
        <p:txBody>
          <a:bodyPr numCol="1" spcCol="0" lIns="437040" tIns="218520" rIns="437040" bIns="21852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23577480" y="39690720"/>
            <a:ext cx="6854400" cy="2903040"/>
          </a:xfrm>
          <a:prstGeom prst="rect">
            <a:avLst/>
          </a:prstGeom>
          <a:noFill/>
          <a:ln w="0">
            <a:noFill/>
          </a:ln>
        </p:spPr>
        <p:txBody>
          <a:bodyPr numCol="1" spcCol="0" lIns="437040" tIns="218520" rIns="437040" bIns="218520" anchor="t">
            <a:noAutofit/>
          </a:bodyPr>
          <a:lstStyle>
            <a:lvl1pPr indent="0" algn="r" defTabSz="4368960">
              <a:lnSpc>
                <a:spcPct val="100000"/>
              </a:lnSpc>
              <a:buNone/>
              <a:defRPr lang="fr-FR" sz="6700" b="0" u="none" strike="noStrike">
                <a:solidFill>
                  <a:schemeClr val="dk1"/>
                </a:solidFill>
                <a:effectLst/>
                <a:uFillTx/>
                <a:latin typeface="Arial"/>
                <a:ea typeface="ＭＳ Ｐゴシック"/>
              </a:defRPr>
            </a:lvl1pPr>
          </a:lstStyle>
          <a:p>
            <a:pPr indent="0" algn="r" defTabSz="4368960">
              <a:lnSpc>
                <a:spcPct val="100000"/>
              </a:lnSpc>
              <a:buNone/>
            </a:pPr>
            <a:fld id="{64062813-98F4-4F0D-97F3-DDFF4BB3FCDA}" type="slidenum">
              <a:rPr lang="fr-FR" sz="6700" b="0" u="none" strike="noStrike">
                <a:solidFill>
                  <a:schemeClr val="dk1"/>
                </a:solidFill>
                <a:effectLst/>
                <a:uFillTx/>
                <a:latin typeface="Arial"/>
                <a:ea typeface="ＭＳ Ｐゴシック"/>
              </a:rPr>
              <a:t>&lt;number&gt;</a:t>
            </a:fld>
            <a:endParaRPr lang="en-US" sz="67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itre vertical et texte">
    <p:bg>
      <p:bgPr>
        <a:solidFill>
          <a:schemeClr val="lt1"/>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23441040" y="3871800"/>
            <a:ext cx="6990840" cy="34850160"/>
          </a:xfrm>
          <a:prstGeom prst="rect">
            <a:avLst/>
          </a:prstGeom>
          <a:noFill/>
          <a:ln w="0">
            <a:noFill/>
          </a:ln>
        </p:spPr>
        <p:txBody>
          <a:bodyPr numCol="1" spcCol="0" lIns="437040" tIns="218520" rIns="437040" bIns="218520" anchor="ctr" vert="eaVert">
            <a:noAutofit/>
          </a:bodyPr>
          <a:lstStyle>
            <a:lvl1pPr indent="0" algn="ctr" defTabSz="4368960">
              <a:lnSpc>
                <a:spcPct val="100000"/>
              </a:lnSpc>
              <a:buNone/>
              <a:defRPr lang="fr-FR" sz="21000" b="0" u="none" strike="noStrike">
                <a:solidFill>
                  <a:schemeClr val="dk2"/>
                </a:solidFill>
                <a:effectLst/>
                <a:uFillTx/>
                <a:latin typeface="Arial"/>
                <a:ea typeface="ＭＳ Ｐゴシック"/>
              </a:defRPr>
            </a:lvl1pPr>
          </a:lstStyle>
          <a:p>
            <a:pPr indent="0" algn="ctr" defTabSz="4368960">
              <a:lnSpc>
                <a:spcPct val="100000"/>
              </a:lnSpc>
              <a:buNone/>
            </a:pPr>
            <a:r>
              <a:rPr lang="fr-FR" sz="21000" b="0" u="none" strike="noStrike">
                <a:solidFill>
                  <a:schemeClr val="dk2"/>
                </a:solidFill>
                <a:effectLst/>
                <a:uFillTx/>
                <a:latin typeface="Arial"/>
                <a:ea typeface="ＭＳ Ｐゴシック"/>
              </a:rPr>
              <a:t>Cliquez pour modifier le style du titre</a:t>
            </a:r>
            <a:endParaRPr lang="fr-FR" sz="21000" b="0" u="none" strike="noStrike">
              <a:solidFill>
                <a:schemeClr val="dk2"/>
              </a:solidFill>
              <a:effectLst/>
              <a:uFillTx/>
              <a:latin typeface="Arial"/>
            </a:endParaRPr>
          </a:p>
        </p:txBody>
      </p:sp>
      <p:sp>
        <p:nvSpPr>
          <p:cNvPr id="12" name="PlaceHolder 2"/>
          <p:cNvSpPr>
            <a:spLocks noGrp="1"/>
          </p:cNvSpPr>
          <p:nvPr>
            <p:ph type="body"/>
          </p:nvPr>
        </p:nvSpPr>
        <p:spPr>
          <a:xfrm>
            <a:off x="2467080" y="3871800"/>
            <a:ext cx="20821320" cy="34850160"/>
          </a:xfrm>
          <a:prstGeom prst="rect">
            <a:avLst/>
          </a:prstGeom>
          <a:noFill/>
          <a:ln w="0">
            <a:noFill/>
          </a:ln>
        </p:spPr>
        <p:txBody>
          <a:bodyPr numCol="1" spcCol="0" lIns="437040" tIns="218520" rIns="437040" bIns="218520" anchor="t" vert="eaVert">
            <a:noAutofit/>
          </a:bodyPr>
          <a:lstStyle>
            <a:lvl1pPr algn="l" defTabSz="4368960">
              <a:lnSpc>
                <a:spcPct val="100000"/>
              </a:lnSpc>
              <a:spcBef>
                <a:spcPts val="3061"/>
              </a:spcBef>
              <a:buClr>
                <a:srgbClr val="000000"/>
              </a:buClr>
              <a:buFont typeface="Symbol" charset="2"/>
              <a:buChar char=""/>
              <a:defRPr lang="fr-FR" sz="15300" b="0" u="none" strike="noStrike">
                <a:solidFill>
                  <a:schemeClr val="dk1"/>
                </a:solidFill>
                <a:effectLst/>
                <a:uFillTx/>
                <a:latin typeface="Arial"/>
                <a:ea typeface="ＭＳ Ｐゴシック"/>
              </a:defRPr>
            </a:lvl1pPr>
            <a:lvl2pPr lvl="1" algn="l" defTabSz="4368960">
              <a:lnSpc>
                <a:spcPct val="100000"/>
              </a:lnSpc>
              <a:spcBef>
                <a:spcPts val="2679"/>
              </a:spcBef>
              <a:buClr>
                <a:srgbClr val="000000"/>
              </a:buClr>
              <a:buFont typeface="Symbol" charset="2"/>
              <a:buChar char=""/>
              <a:defRPr lang="fr-FR" sz="13400" b="0" u="none" strike="noStrike">
                <a:solidFill>
                  <a:schemeClr val="dk1"/>
                </a:solidFill>
                <a:effectLst/>
                <a:uFillTx/>
                <a:latin typeface="Arial"/>
                <a:ea typeface="ＭＳ Ｐゴシック"/>
              </a:defRPr>
            </a:lvl2pPr>
            <a:lvl3pPr lvl="2" algn="l" defTabSz="4368960">
              <a:lnSpc>
                <a:spcPct val="100000"/>
              </a:lnSpc>
              <a:spcBef>
                <a:spcPts val="2299"/>
              </a:spcBef>
              <a:buClr>
                <a:srgbClr val="000000"/>
              </a:buClr>
              <a:buFont typeface="Symbol" charset="2"/>
              <a:buChar char=""/>
              <a:defRPr lang="fr-FR" sz="11500" b="0" u="none" strike="noStrike">
                <a:solidFill>
                  <a:schemeClr val="dk1"/>
                </a:solidFill>
                <a:effectLst/>
                <a:uFillTx/>
                <a:latin typeface="Arial"/>
                <a:ea typeface="ＭＳ Ｐゴシック"/>
              </a:defRPr>
            </a:lvl3pPr>
            <a:lvl4pPr lvl="3" algn="l" defTabSz="4368960">
              <a:lnSpc>
                <a:spcPct val="100000"/>
              </a:lnSpc>
              <a:spcBef>
                <a:spcPts val="1919"/>
              </a:spcBef>
              <a:buClr>
                <a:srgbClr val="000000"/>
              </a:buClr>
              <a:buFont typeface="Symbol" charset="2"/>
              <a:buChar char=""/>
              <a:defRPr lang="fr-FR" sz="9600" b="0" u="none" strike="noStrike">
                <a:solidFill>
                  <a:schemeClr val="dk1"/>
                </a:solidFill>
                <a:effectLst/>
                <a:uFillTx/>
                <a:latin typeface="Arial"/>
                <a:ea typeface="ＭＳ Ｐゴシック"/>
              </a:defRPr>
            </a:lvl4pPr>
            <a:lvl5pPr lvl="4" algn="l" defTabSz="4368960">
              <a:lnSpc>
                <a:spcPct val="100000"/>
              </a:lnSpc>
              <a:spcBef>
                <a:spcPts val="1919"/>
              </a:spcBef>
              <a:buClr>
                <a:srgbClr val="000000"/>
              </a:buClr>
              <a:buFont typeface="OpenSymbol"/>
              <a:buChar char="»"/>
              <a:defRPr lang="fr-FR" sz="9600" b="0" u="none" strike="noStrike">
                <a:solidFill>
                  <a:schemeClr val="dk1"/>
                </a:solidFill>
                <a:effectLst/>
                <a:uFillTx/>
                <a:latin typeface="Arial"/>
                <a:ea typeface="ＭＳ Ｐゴシック"/>
              </a:defRPr>
            </a:lvl5pPr>
          </a:lstStyle>
          <a:p>
            <a:pPr marL="1638360" indent="-1638360" algn="l" defTabSz="4368960">
              <a:lnSpc>
                <a:spcPct val="100000"/>
              </a:lnSpc>
              <a:spcBef>
                <a:spcPts val="3061"/>
              </a:spcBef>
              <a:buClr>
                <a:srgbClr val="000000"/>
              </a:buClr>
              <a:buFont typeface="Symbol" charset="2"/>
              <a:buChar char=""/>
            </a:pPr>
            <a:r>
              <a:rPr lang="fr-FR" sz="15300" b="0" u="none" strike="noStrike">
                <a:solidFill>
                  <a:schemeClr val="dk1"/>
                </a:solidFill>
                <a:effectLst/>
                <a:uFillTx/>
                <a:latin typeface="Arial"/>
                <a:ea typeface="ＭＳ Ｐゴシック"/>
              </a:rPr>
              <a:t>Cliquez pour modifier les styles du texte du masque</a:t>
            </a:r>
            <a:endParaRPr lang="fr-FR" sz="15300" b="0" u="none" strike="noStrike">
              <a:solidFill>
                <a:schemeClr val="dk1"/>
              </a:solidFill>
              <a:effectLst/>
              <a:uFillTx/>
              <a:latin typeface="Arial"/>
            </a:endParaRPr>
          </a:p>
          <a:p>
            <a:pPr marL="3549600" lvl="1" indent="-1365120" algn="l" defTabSz="4368960">
              <a:lnSpc>
                <a:spcPct val="100000"/>
              </a:lnSpc>
              <a:spcBef>
                <a:spcPts val="2679"/>
              </a:spcBef>
              <a:buClr>
                <a:srgbClr val="000000"/>
              </a:buClr>
              <a:buFont typeface="Symbol" charset="2"/>
              <a:buChar char=""/>
            </a:pPr>
            <a:r>
              <a:rPr lang="fr-FR" sz="13400" b="0" u="none" strike="noStrike">
                <a:solidFill>
                  <a:schemeClr val="dk1"/>
                </a:solidFill>
                <a:effectLst/>
                <a:uFillTx/>
                <a:latin typeface="Arial"/>
                <a:ea typeface="ＭＳ Ｐゴシック"/>
              </a:rPr>
              <a:t>Deuxième niveau</a:t>
            </a:r>
            <a:endParaRPr lang="fr-FR" sz="13400" b="0" u="none" strike="noStrike">
              <a:solidFill>
                <a:schemeClr val="dk1"/>
              </a:solidFill>
              <a:effectLst/>
              <a:uFillTx/>
              <a:latin typeface="Arial"/>
            </a:endParaRPr>
          </a:p>
          <a:p>
            <a:pPr marL="5460840" lvl="2" indent="-1092240" algn="l" defTabSz="4368960">
              <a:lnSpc>
                <a:spcPct val="100000"/>
              </a:lnSpc>
              <a:spcBef>
                <a:spcPts val="2299"/>
              </a:spcBef>
              <a:buClr>
                <a:srgbClr val="000000"/>
              </a:buClr>
              <a:buFont typeface="Symbol" charset="2"/>
              <a:buChar char=""/>
            </a:pPr>
            <a:r>
              <a:rPr lang="fr-FR" sz="11500" b="0" u="none" strike="noStrike">
                <a:solidFill>
                  <a:schemeClr val="dk1"/>
                </a:solidFill>
                <a:effectLst/>
                <a:uFillTx/>
                <a:latin typeface="Arial"/>
                <a:ea typeface="ＭＳ Ｐゴシック"/>
              </a:rPr>
              <a:t>Troisième niveau</a:t>
            </a:r>
            <a:endParaRPr lang="fr-FR" sz="11500" b="0" u="none" strike="noStrike">
              <a:solidFill>
                <a:schemeClr val="dk1"/>
              </a:solidFill>
              <a:effectLst/>
              <a:uFillTx/>
              <a:latin typeface="Arial"/>
            </a:endParaRPr>
          </a:p>
          <a:p>
            <a:pPr marL="7645320" lvl="3" indent="-1092240" algn="l" defTabSz="4368960">
              <a:lnSpc>
                <a:spcPct val="100000"/>
              </a:lnSpc>
              <a:spcBef>
                <a:spcPts val="1919"/>
              </a:spcBef>
              <a:buClr>
                <a:srgbClr val="000000"/>
              </a:buClr>
              <a:buFont typeface="Symbol" charset="2"/>
              <a:buChar char=""/>
            </a:pPr>
            <a:r>
              <a:rPr lang="fr-FR" sz="9600" b="0" u="none" strike="noStrike">
                <a:solidFill>
                  <a:schemeClr val="dk1"/>
                </a:solidFill>
                <a:effectLst/>
                <a:uFillTx/>
                <a:latin typeface="Arial"/>
                <a:ea typeface="ＭＳ Ｐゴシック"/>
              </a:rPr>
              <a:t>Quatrième niveau</a:t>
            </a:r>
            <a:endParaRPr lang="fr-FR" sz="9600" b="0" u="none" strike="noStrike">
              <a:solidFill>
                <a:schemeClr val="dk1"/>
              </a:solidFill>
              <a:effectLst/>
              <a:uFillTx/>
              <a:latin typeface="Arial"/>
            </a:endParaRPr>
          </a:p>
          <a:p>
            <a:pPr marL="9831240" lvl="4" indent="-1093680" algn="l" defTabSz="4368960">
              <a:lnSpc>
                <a:spcPct val="100000"/>
              </a:lnSpc>
              <a:spcBef>
                <a:spcPts val="1919"/>
              </a:spcBef>
              <a:buClr>
                <a:srgbClr val="000000"/>
              </a:buClr>
              <a:buFont typeface="OpenSymbol"/>
              <a:buChar char="»"/>
            </a:pPr>
            <a:r>
              <a:rPr lang="fr-FR" sz="9600" b="0" u="none" strike="noStrike">
                <a:solidFill>
                  <a:schemeClr val="dk1"/>
                </a:solidFill>
                <a:effectLst/>
                <a:uFillTx/>
                <a:latin typeface="Arial"/>
                <a:ea typeface="ＭＳ Ｐゴシック"/>
              </a:rPr>
              <a:t>Cinquième niveau</a:t>
            </a:r>
            <a:endParaRPr lang="fr-FR" sz="9600" b="0" u="none" strike="noStrike">
              <a:solidFill>
                <a:schemeClr val="dk1"/>
              </a:solidFill>
              <a:effectLst/>
              <a:uFillTx/>
              <a:latin typeface="Arial"/>
            </a:endParaRPr>
          </a:p>
        </p:txBody>
      </p:sp>
      <p:sp>
        <p:nvSpPr>
          <p:cNvPr id="13" name="PlaceHolder 3"/>
          <p:cNvSpPr>
            <a:spLocks noGrp="1"/>
          </p:cNvSpPr>
          <p:nvPr>
            <p:ph type="dt" idx="7"/>
          </p:nvPr>
        </p:nvSpPr>
        <p:spPr>
          <a:xfrm>
            <a:off x="2467080" y="39690720"/>
            <a:ext cx="6854400" cy="2903040"/>
          </a:xfrm>
          <a:prstGeom prst="rect">
            <a:avLst/>
          </a:prstGeom>
          <a:noFill/>
          <a:ln w="0">
            <a:noFill/>
          </a:ln>
        </p:spPr>
        <p:txBody>
          <a:bodyPr numCol="1" spcCol="0" lIns="437040" tIns="218520" rIns="437040" bIns="21852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4" name="PlaceHolder 4"/>
          <p:cNvSpPr>
            <a:spLocks noGrp="1"/>
          </p:cNvSpPr>
          <p:nvPr>
            <p:ph type="ftr" idx="8"/>
          </p:nvPr>
        </p:nvSpPr>
        <p:spPr>
          <a:xfrm>
            <a:off x="11241000" y="39690720"/>
            <a:ext cx="10416960" cy="2903040"/>
          </a:xfrm>
          <a:prstGeom prst="rect">
            <a:avLst/>
          </a:prstGeom>
          <a:noFill/>
          <a:ln w="0">
            <a:noFill/>
          </a:ln>
        </p:spPr>
        <p:txBody>
          <a:bodyPr numCol="1" spcCol="0" lIns="437040" tIns="218520" rIns="437040" bIns="21852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23577480" y="39690720"/>
            <a:ext cx="6854400" cy="2903040"/>
          </a:xfrm>
          <a:prstGeom prst="rect">
            <a:avLst/>
          </a:prstGeom>
          <a:noFill/>
          <a:ln w="0">
            <a:noFill/>
          </a:ln>
        </p:spPr>
        <p:txBody>
          <a:bodyPr numCol="1" spcCol="0" lIns="437040" tIns="218520" rIns="437040" bIns="218520" anchor="t">
            <a:noAutofit/>
          </a:bodyPr>
          <a:lstStyle>
            <a:lvl1pPr indent="0" algn="r" defTabSz="4368960">
              <a:lnSpc>
                <a:spcPct val="100000"/>
              </a:lnSpc>
              <a:buNone/>
              <a:defRPr lang="fr-FR" sz="6700" b="0" u="none" strike="noStrike">
                <a:solidFill>
                  <a:schemeClr val="dk1"/>
                </a:solidFill>
                <a:effectLst/>
                <a:uFillTx/>
                <a:latin typeface="Arial"/>
                <a:ea typeface="ＭＳ Ｐゴシック"/>
              </a:defRPr>
            </a:lvl1pPr>
          </a:lstStyle>
          <a:p>
            <a:pPr indent="0" algn="r" defTabSz="4368960">
              <a:lnSpc>
                <a:spcPct val="100000"/>
              </a:lnSpc>
              <a:buNone/>
            </a:pPr>
            <a:fld id="{CF9878C6-3EA6-4C33-8E9F-97226A8C9D33}" type="slidenum">
              <a:rPr lang="fr-FR" sz="6700" b="0" u="none" strike="noStrike">
                <a:solidFill>
                  <a:schemeClr val="dk1"/>
                </a:solidFill>
                <a:effectLst/>
                <a:uFillTx/>
                <a:latin typeface="Arial"/>
                <a:ea typeface="ＭＳ Ｐゴシック"/>
              </a:rPr>
              <a:t>&lt;number&gt;</a:t>
            </a:fld>
            <a:endParaRPr lang="en-US" sz="67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re et contenu">
    <p:bg>
      <p:bgPr>
        <a:solidFill>
          <a:schemeClr val="lt1"/>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2467080" y="3871800"/>
            <a:ext cx="27965160" cy="7260840"/>
          </a:xfrm>
          <a:prstGeom prst="rect">
            <a:avLst/>
          </a:prstGeom>
          <a:noFill/>
          <a:ln w="0">
            <a:noFill/>
          </a:ln>
        </p:spPr>
        <p:txBody>
          <a:bodyPr numCol="1" spcCol="0" lIns="437040" tIns="218520" rIns="437040" bIns="218520" anchor="ctr">
            <a:noAutofit/>
          </a:bodyPr>
          <a:lstStyle>
            <a:lvl1pPr indent="0" algn="ctr" defTabSz="4368960">
              <a:lnSpc>
                <a:spcPct val="100000"/>
              </a:lnSpc>
              <a:buNone/>
              <a:defRPr lang="fr-FR" sz="21000" b="0" u="none" strike="noStrike">
                <a:solidFill>
                  <a:schemeClr val="dk2"/>
                </a:solidFill>
                <a:effectLst/>
                <a:uFillTx/>
                <a:latin typeface="Arial"/>
                <a:ea typeface="ＭＳ Ｐゴシック"/>
              </a:defRPr>
            </a:lvl1pPr>
          </a:lstStyle>
          <a:p>
            <a:pPr indent="0" algn="ctr" defTabSz="4368960">
              <a:lnSpc>
                <a:spcPct val="100000"/>
              </a:lnSpc>
              <a:buNone/>
            </a:pPr>
            <a:r>
              <a:rPr lang="fr-FR" sz="21000" b="0" u="none" strike="noStrike">
                <a:solidFill>
                  <a:schemeClr val="dk2"/>
                </a:solidFill>
                <a:effectLst/>
                <a:uFillTx/>
                <a:latin typeface="Arial"/>
                <a:ea typeface="ＭＳ Ｐゴシック"/>
              </a:rPr>
              <a:t>Cliquez pour modifier le style du titre</a:t>
            </a:r>
            <a:endParaRPr lang="fr-FR" sz="21000" b="0" u="none" strike="noStrike">
              <a:solidFill>
                <a:schemeClr val="dk2"/>
              </a:solidFill>
              <a:effectLst/>
              <a:uFillTx/>
              <a:latin typeface="Arial"/>
            </a:endParaRPr>
          </a:p>
        </p:txBody>
      </p:sp>
      <p:sp>
        <p:nvSpPr>
          <p:cNvPr id="17" name="PlaceHolder 2"/>
          <p:cNvSpPr>
            <a:spLocks noGrp="1"/>
          </p:cNvSpPr>
          <p:nvPr>
            <p:ph type="body"/>
          </p:nvPr>
        </p:nvSpPr>
        <p:spPr>
          <a:xfrm>
            <a:off x="2467080" y="12584160"/>
            <a:ext cx="27965160" cy="26137800"/>
          </a:xfrm>
          <a:prstGeom prst="rect">
            <a:avLst/>
          </a:prstGeom>
          <a:noFill/>
          <a:ln w="0">
            <a:noFill/>
          </a:ln>
        </p:spPr>
        <p:txBody>
          <a:bodyPr numCol="1" spcCol="0" lIns="437040" tIns="218520" rIns="437040" bIns="218520" anchor="t">
            <a:noAutofit/>
          </a:bodyPr>
          <a:lstStyle>
            <a:lvl1pPr algn="l" defTabSz="4368960">
              <a:lnSpc>
                <a:spcPct val="100000"/>
              </a:lnSpc>
              <a:spcBef>
                <a:spcPts val="3061"/>
              </a:spcBef>
              <a:buClr>
                <a:srgbClr val="000000"/>
              </a:buClr>
              <a:buFont typeface="Symbol" charset="2"/>
              <a:buChar char=""/>
              <a:defRPr lang="fr-FR" sz="15300" b="0" u="none" strike="noStrike">
                <a:solidFill>
                  <a:schemeClr val="dk1"/>
                </a:solidFill>
                <a:effectLst/>
                <a:uFillTx/>
                <a:latin typeface="Arial"/>
                <a:ea typeface="ＭＳ Ｐゴシック"/>
              </a:defRPr>
            </a:lvl1pPr>
            <a:lvl2pPr lvl="1" algn="l" defTabSz="4368960">
              <a:lnSpc>
                <a:spcPct val="100000"/>
              </a:lnSpc>
              <a:spcBef>
                <a:spcPts val="2679"/>
              </a:spcBef>
              <a:buClr>
                <a:srgbClr val="000000"/>
              </a:buClr>
              <a:buFont typeface="Symbol" charset="2"/>
              <a:buChar char=""/>
              <a:defRPr lang="fr-FR" sz="13400" b="0" u="none" strike="noStrike">
                <a:solidFill>
                  <a:schemeClr val="dk1"/>
                </a:solidFill>
                <a:effectLst/>
                <a:uFillTx/>
                <a:latin typeface="Arial"/>
                <a:ea typeface="ＭＳ Ｐゴシック"/>
              </a:defRPr>
            </a:lvl2pPr>
            <a:lvl3pPr lvl="2" algn="l" defTabSz="4368960">
              <a:lnSpc>
                <a:spcPct val="100000"/>
              </a:lnSpc>
              <a:spcBef>
                <a:spcPts val="2299"/>
              </a:spcBef>
              <a:buClr>
                <a:srgbClr val="000000"/>
              </a:buClr>
              <a:buFont typeface="Symbol" charset="2"/>
              <a:buChar char=""/>
              <a:defRPr lang="fr-FR" sz="11500" b="0" u="none" strike="noStrike">
                <a:solidFill>
                  <a:schemeClr val="dk1"/>
                </a:solidFill>
                <a:effectLst/>
                <a:uFillTx/>
                <a:latin typeface="Arial"/>
                <a:ea typeface="ＭＳ Ｐゴシック"/>
              </a:defRPr>
            </a:lvl3pPr>
            <a:lvl4pPr lvl="3" algn="l" defTabSz="4368960">
              <a:lnSpc>
                <a:spcPct val="100000"/>
              </a:lnSpc>
              <a:spcBef>
                <a:spcPts val="1919"/>
              </a:spcBef>
              <a:buClr>
                <a:srgbClr val="000000"/>
              </a:buClr>
              <a:buFont typeface="Symbol" charset="2"/>
              <a:buChar char=""/>
              <a:defRPr lang="fr-FR" sz="9600" b="0" u="none" strike="noStrike">
                <a:solidFill>
                  <a:schemeClr val="dk1"/>
                </a:solidFill>
                <a:effectLst/>
                <a:uFillTx/>
                <a:latin typeface="Arial"/>
                <a:ea typeface="ＭＳ Ｐゴシック"/>
              </a:defRPr>
            </a:lvl4pPr>
            <a:lvl5pPr lvl="4" algn="l" defTabSz="4368960">
              <a:lnSpc>
                <a:spcPct val="100000"/>
              </a:lnSpc>
              <a:spcBef>
                <a:spcPts val="1919"/>
              </a:spcBef>
              <a:buClr>
                <a:srgbClr val="000000"/>
              </a:buClr>
              <a:buFont typeface="OpenSymbol"/>
              <a:buChar char="»"/>
              <a:defRPr lang="fr-FR" sz="9600" b="0" u="none" strike="noStrike">
                <a:solidFill>
                  <a:schemeClr val="dk1"/>
                </a:solidFill>
                <a:effectLst/>
                <a:uFillTx/>
                <a:latin typeface="Arial"/>
                <a:ea typeface="ＭＳ Ｐゴシック"/>
              </a:defRPr>
            </a:lvl5pPr>
          </a:lstStyle>
          <a:p>
            <a:pPr marL="1638360" indent="-1638360" algn="l" defTabSz="4368960">
              <a:lnSpc>
                <a:spcPct val="100000"/>
              </a:lnSpc>
              <a:spcBef>
                <a:spcPts val="3061"/>
              </a:spcBef>
              <a:buClr>
                <a:srgbClr val="000000"/>
              </a:buClr>
              <a:buFont typeface="Symbol" charset="2"/>
              <a:buChar char=""/>
            </a:pPr>
            <a:r>
              <a:rPr lang="fr-FR" sz="15300" b="0" u="none" strike="noStrike">
                <a:solidFill>
                  <a:schemeClr val="dk1"/>
                </a:solidFill>
                <a:effectLst/>
                <a:uFillTx/>
                <a:latin typeface="Arial"/>
                <a:ea typeface="ＭＳ Ｐゴシック"/>
              </a:rPr>
              <a:t>Cliquez pour modifier les styles du texte du masque</a:t>
            </a:r>
            <a:endParaRPr lang="fr-FR" sz="15300" b="0" u="none" strike="noStrike">
              <a:solidFill>
                <a:schemeClr val="dk1"/>
              </a:solidFill>
              <a:effectLst/>
              <a:uFillTx/>
              <a:latin typeface="Arial"/>
            </a:endParaRPr>
          </a:p>
          <a:p>
            <a:pPr marL="3549600" lvl="1" indent="-1365120" algn="l" defTabSz="4368960">
              <a:lnSpc>
                <a:spcPct val="100000"/>
              </a:lnSpc>
              <a:spcBef>
                <a:spcPts val="2679"/>
              </a:spcBef>
              <a:buClr>
                <a:srgbClr val="000000"/>
              </a:buClr>
              <a:buFont typeface="Symbol" charset="2"/>
              <a:buChar char=""/>
            </a:pPr>
            <a:r>
              <a:rPr lang="fr-FR" sz="13400" b="0" u="none" strike="noStrike">
                <a:solidFill>
                  <a:schemeClr val="dk1"/>
                </a:solidFill>
                <a:effectLst/>
                <a:uFillTx/>
                <a:latin typeface="Arial"/>
                <a:ea typeface="ＭＳ Ｐゴシック"/>
              </a:rPr>
              <a:t>Deuxième niveau</a:t>
            </a:r>
            <a:endParaRPr lang="fr-FR" sz="13400" b="0" u="none" strike="noStrike">
              <a:solidFill>
                <a:schemeClr val="dk1"/>
              </a:solidFill>
              <a:effectLst/>
              <a:uFillTx/>
              <a:latin typeface="Arial"/>
            </a:endParaRPr>
          </a:p>
          <a:p>
            <a:pPr marL="5460840" lvl="2" indent="-1092240" algn="l" defTabSz="4368960">
              <a:lnSpc>
                <a:spcPct val="100000"/>
              </a:lnSpc>
              <a:spcBef>
                <a:spcPts val="2299"/>
              </a:spcBef>
              <a:buClr>
                <a:srgbClr val="000000"/>
              </a:buClr>
              <a:buFont typeface="Symbol" charset="2"/>
              <a:buChar char=""/>
            </a:pPr>
            <a:r>
              <a:rPr lang="fr-FR" sz="11500" b="0" u="none" strike="noStrike">
                <a:solidFill>
                  <a:schemeClr val="dk1"/>
                </a:solidFill>
                <a:effectLst/>
                <a:uFillTx/>
                <a:latin typeface="Arial"/>
                <a:ea typeface="ＭＳ Ｐゴシック"/>
              </a:rPr>
              <a:t>Troisième niveau</a:t>
            </a:r>
            <a:endParaRPr lang="fr-FR" sz="11500" b="0" u="none" strike="noStrike">
              <a:solidFill>
                <a:schemeClr val="dk1"/>
              </a:solidFill>
              <a:effectLst/>
              <a:uFillTx/>
              <a:latin typeface="Arial"/>
            </a:endParaRPr>
          </a:p>
          <a:p>
            <a:pPr marL="7645320" lvl="3" indent="-1092240" algn="l" defTabSz="4368960">
              <a:lnSpc>
                <a:spcPct val="100000"/>
              </a:lnSpc>
              <a:spcBef>
                <a:spcPts val="1919"/>
              </a:spcBef>
              <a:buClr>
                <a:srgbClr val="000000"/>
              </a:buClr>
              <a:buFont typeface="Symbol" charset="2"/>
              <a:buChar char=""/>
            </a:pPr>
            <a:r>
              <a:rPr lang="fr-FR" sz="9600" b="0" u="none" strike="noStrike">
                <a:solidFill>
                  <a:schemeClr val="dk1"/>
                </a:solidFill>
                <a:effectLst/>
                <a:uFillTx/>
                <a:latin typeface="Arial"/>
                <a:ea typeface="ＭＳ Ｐゴシック"/>
              </a:rPr>
              <a:t>Quatrième niveau</a:t>
            </a:r>
            <a:endParaRPr lang="fr-FR" sz="9600" b="0" u="none" strike="noStrike">
              <a:solidFill>
                <a:schemeClr val="dk1"/>
              </a:solidFill>
              <a:effectLst/>
              <a:uFillTx/>
              <a:latin typeface="Arial"/>
            </a:endParaRPr>
          </a:p>
          <a:p>
            <a:pPr marL="9831240" lvl="4" indent="-1093680" algn="l" defTabSz="4368960">
              <a:lnSpc>
                <a:spcPct val="100000"/>
              </a:lnSpc>
              <a:spcBef>
                <a:spcPts val="1919"/>
              </a:spcBef>
              <a:buClr>
                <a:srgbClr val="000000"/>
              </a:buClr>
              <a:buFont typeface="OpenSymbol"/>
              <a:buChar char="»"/>
            </a:pPr>
            <a:r>
              <a:rPr lang="fr-FR" sz="9600" b="0" u="none" strike="noStrike">
                <a:solidFill>
                  <a:schemeClr val="dk1"/>
                </a:solidFill>
                <a:effectLst/>
                <a:uFillTx/>
                <a:latin typeface="Arial"/>
                <a:ea typeface="ＭＳ Ｐゴシック"/>
              </a:rPr>
              <a:t>Cinquième niveau</a:t>
            </a:r>
            <a:endParaRPr lang="fr-FR" sz="9600" b="0" u="none" strike="noStrike">
              <a:solidFill>
                <a:schemeClr val="dk1"/>
              </a:solidFill>
              <a:effectLst/>
              <a:uFillTx/>
              <a:latin typeface="Arial"/>
            </a:endParaRPr>
          </a:p>
        </p:txBody>
      </p:sp>
      <p:sp>
        <p:nvSpPr>
          <p:cNvPr id="18" name="PlaceHolder 3"/>
          <p:cNvSpPr>
            <a:spLocks noGrp="1"/>
          </p:cNvSpPr>
          <p:nvPr>
            <p:ph type="dt" idx="10"/>
          </p:nvPr>
        </p:nvSpPr>
        <p:spPr>
          <a:xfrm>
            <a:off x="2467080" y="39690720"/>
            <a:ext cx="6854400" cy="2903040"/>
          </a:xfrm>
          <a:prstGeom prst="rect">
            <a:avLst/>
          </a:prstGeom>
          <a:noFill/>
          <a:ln w="0">
            <a:noFill/>
          </a:ln>
        </p:spPr>
        <p:txBody>
          <a:bodyPr numCol="1" spcCol="0" lIns="437040" tIns="218520" rIns="437040" bIns="21852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9" name="PlaceHolder 4"/>
          <p:cNvSpPr>
            <a:spLocks noGrp="1"/>
          </p:cNvSpPr>
          <p:nvPr>
            <p:ph type="ftr" idx="11"/>
          </p:nvPr>
        </p:nvSpPr>
        <p:spPr>
          <a:xfrm>
            <a:off x="11241000" y="39690720"/>
            <a:ext cx="10416960" cy="2903040"/>
          </a:xfrm>
          <a:prstGeom prst="rect">
            <a:avLst/>
          </a:prstGeom>
          <a:noFill/>
          <a:ln w="0">
            <a:noFill/>
          </a:ln>
        </p:spPr>
        <p:txBody>
          <a:bodyPr numCol="1" spcCol="0" lIns="437040" tIns="218520" rIns="437040" bIns="21852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23577480" y="39690720"/>
            <a:ext cx="6854400" cy="2903040"/>
          </a:xfrm>
          <a:prstGeom prst="rect">
            <a:avLst/>
          </a:prstGeom>
          <a:noFill/>
          <a:ln w="0">
            <a:noFill/>
          </a:ln>
        </p:spPr>
        <p:txBody>
          <a:bodyPr numCol="1" spcCol="0" lIns="437040" tIns="218520" rIns="437040" bIns="218520" anchor="t">
            <a:noAutofit/>
          </a:bodyPr>
          <a:lstStyle>
            <a:lvl1pPr indent="0" algn="r" defTabSz="4368960">
              <a:lnSpc>
                <a:spcPct val="100000"/>
              </a:lnSpc>
              <a:buNone/>
              <a:defRPr lang="fr-FR" sz="6700" b="0" u="none" strike="noStrike">
                <a:solidFill>
                  <a:schemeClr val="dk1"/>
                </a:solidFill>
                <a:effectLst/>
                <a:uFillTx/>
                <a:latin typeface="Arial"/>
                <a:ea typeface="ＭＳ Ｐゴシック"/>
              </a:defRPr>
            </a:lvl1pPr>
          </a:lstStyle>
          <a:p>
            <a:pPr indent="0" algn="r" defTabSz="4368960">
              <a:lnSpc>
                <a:spcPct val="100000"/>
              </a:lnSpc>
              <a:buNone/>
            </a:pPr>
            <a:fld id="{1A15B85C-D498-4442-9A76-0EAF2964367F}" type="slidenum">
              <a:rPr lang="fr-FR" sz="6700" b="0" u="none" strike="noStrike">
                <a:solidFill>
                  <a:schemeClr val="dk1"/>
                </a:solidFill>
                <a:effectLst/>
                <a:uFillTx/>
                <a:latin typeface="Arial"/>
                <a:ea typeface="ＭＳ Ｐゴシック"/>
              </a:rPr>
              <a:t>&lt;number&gt;</a:t>
            </a:fld>
            <a:endParaRPr lang="en-US" sz="67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re de section">
    <p:bg>
      <p:bgPr>
        <a:solidFill>
          <a:schemeClr val="lt1"/>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2598840" y="27992520"/>
            <a:ext cx="27963360" cy="8651520"/>
          </a:xfrm>
          <a:prstGeom prst="rect">
            <a:avLst/>
          </a:prstGeom>
          <a:noFill/>
          <a:ln w="0">
            <a:noFill/>
          </a:ln>
        </p:spPr>
        <p:txBody>
          <a:bodyPr numCol="1" spcCol="0" lIns="437040" tIns="218520" rIns="437040" bIns="218520" anchor="t">
            <a:noAutofit/>
          </a:bodyPr>
          <a:lstStyle>
            <a:lvl1pPr indent="0" algn="l" defTabSz="4368960">
              <a:lnSpc>
                <a:spcPct val="100000"/>
              </a:lnSpc>
              <a:buNone/>
              <a:defRPr lang="fr-FR" sz="4000" b="1" u="none" strike="noStrike" cap="all">
                <a:solidFill>
                  <a:schemeClr val="dk2"/>
                </a:solidFill>
                <a:effectLst/>
                <a:uFillTx/>
                <a:latin typeface="Arial"/>
                <a:ea typeface="ＭＳ Ｐゴシック"/>
              </a:defRPr>
            </a:lvl1pPr>
          </a:lstStyle>
          <a:p>
            <a:pPr indent="0" algn="l" defTabSz="4368960">
              <a:lnSpc>
                <a:spcPct val="100000"/>
              </a:lnSpc>
              <a:buNone/>
            </a:pPr>
            <a:r>
              <a:rPr lang="fr-FR" sz="4000" b="1" u="none" strike="noStrike" cap="all">
                <a:solidFill>
                  <a:schemeClr val="dk2"/>
                </a:solidFill>
                <a:effectLst/>
                <a:uFillTx/>
                <a:latin typeface="Arial"/>
                <a:ea typeface="ＭＳ Ｐゴシック"/>
              </a:rPr>
              <a:t>Cliquez pour modifier le style du titre</a:t>
            </a:r>
            <a:endParaRPr lang="fr-FR" sz="4000" b="1" u="none" strike="noStrike" cap="all">
              <a:solidFill>
                <a:schemeClr val="dk2"/>
              </a:solidFill>
              <a:effectLst/>
              <a:uFillTx/>
              <a:latin typeface="Arial"/>
            </a:endParaRPr>
          </a:p>
        </p:txBody>
      </p:sp>
      <p:sp>
        <p:nvSpPr>
          <p:cNvPr id="22" name="PlaceHolder 2"/>
          <p:cNvSpPr>
            <a:spLocks noGrp="1"/>
          </p:cNvSpPr>
          <p:nvPr>
            <p:ph type="body"/>
          </p:nvPr>
        </p:nvSpPr>
        <p:spPr>
          <a:xfrm>
            <a:off x="2598840" y="18464040"/>
            <a:ext cx="27963360" cy="9527760"/>
          </a:xfrm>
          <a:prstGeom prst="rect">
            <a:avLst/>
          </a:prstGeom>
          <a:noFill/>
          <a:ln w="0">
            <a:noFill/>
          </a:ln>
        </p:spPr>
        <p:txBody>
          <a:bodyPr numCol="1" spcCol="0" lIns="437040" tIns="218520" rIns="437040" bIns="218520" anchor="b">
            <a:noAutofit/>
          </a:bodyPr>
          <a:lstStyle>
            <a:lvl1pPr indent="0" algn="l" defTabSz="4368960">
              <a:lnSpc>
                <a:spcPct val="100000"/>
              </a:lnSpc>
              <a:spcBef>
                <a:spcPts val="400"/>
              </a:spcBef>
              <a:buNone/>
              <a:tabLst>
                <a:tab pos="0" algn="l"/>
              </a:tabLst>
              <a:defRPr lang="fr-FR" sz="2000" b="0" u="none" strike="noStrike">
                <a:solidFill>
                  <a:schemeClr val="dk1"/>
                </a:solidFill>
                <a:effectLst/>
                <a:uFillTx/>
                <a:latin typeface="Arial"/>
                <a:ea typeface="ＭＳ Ｐゴシック"/>
              </a:defRPr>
            </a:lvl1pPr>
          </a:lstStyle>
          <a:p>
            <a:pPr indent="0" algn="l" defTabSz="4368960">
              <a:lnSpc>
                <a:spcPct val="100000"/>
              </a:lnSpc>
              <a:spcBef>
                <a:spcPts val="400"/>
              </a:spcBef>
              <a:buNone/>
              <a:tabLst>
                <a:tab pos="0" algn="l"/>
              </a:tabLst>
            </a:pPr>
            <a:r>
              <a:rPr lang="fr-FR" sz="2000" b="0" u="none" strike="noStrike">
                <a:solidFill>
                  <a:schemeClr val="dk1"/>
                </a:solidFill>
                <a:effectLst/>
                <a:uFillTx/>
                <a:latin typeface="Arial"/>
                <a:ea typeface="ＭＳ Ｐゴシック"/>
              </a:rPr>
              <a:t>Cliquez pour modifier les styles du texte du masque</a:t>
            </a:r>
            <a:endParaRPr lang="fr-FR" sz="2000" b="0" u="none" strike="noStrike">
              <a:solidFill>
                <a:schemeClr val="dk1"/>
              </a:solidFill>
              <a:effectLst/>
              <a:uFillTx/>
              <a:latin typeface="Arial"/>
            </a:endParaRPr>
          </a:p>
        </p:txBody>
      </p:sp>
      <p:sp>
        <p:nvSpPr>
          <p:cNvPr id="23" name="PlaceHolder 3"/>
          <p:cNvSpPr>
            <a:spLocks noGrp="1"/>
          </p:cNvSpPr>
          <p:nvPr>
            <p:ph type="dt" idx="13"/>
          </p:nvPr>
        </p:nvSpPr>
        <p:spPr>
          <a:xfrm>
            <a:off x="2467080" y="39690720"/>
            <a:ext cx="6854400" cy="2903040"/>
          </a:xfrm>
          <a:prstGeom prst="rect">
            <a:avLst/>
          </a:prstGeom>
          <a:noFill/>
          <a:ln w="0">
            <a:noFill/>
          </a:ln>
        </p:spPr>
        <p:txBody>
          <a:bodyPr numCol="1" spcCol="0" lIns="437040" tIns="218520" rIns="437040" bIns="21852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4" name="PlaceHolder 4"/>
          <p:cNvSpPr>
            <a:spLocks noGrp="1"/>
          </p:cNvSpPr>
          <p:nvPr>
            <p:ph type="ftr" idx="14"/>
          </p:nvPr>
        </p:nvSpPr>
        <p:spPr>
          <a:xfrm>
            <a:off x="11241000" y="39690720"/>
            <a:ext cx="10416960" cy="2903040"/>
          </a:xfrm>
          <a:prstGeom prst="rect">
            <a:avLst/>
          </a:prstGeom>
          <a:noFill/>
          <a:ln w="0">
            <a:noFill/>
          </a:ln>
        </p:spPr>
        <p:txBody>
          <a:bodyPr numCol="1" spcCol="0" lIns="437040" tIns="218520" rIns="437040" bIns="21852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23577480" y="39690720"/>
            <a:ext cx="6854400" cy="2903040"/>
          </a:xfrm>
          <a:prstGeom prst="rect">
            <a:avLst/>
          </a:prstGeom>
          <a:noFill/>
          <a:ln w="0">
            <a:noFill/>
          </a:ln>
        </p:spPr>
        <p:txBody>
          <a:bodyPr numCol="1" spcCol="0" lIns="437040" tIns="218520" rIns="437040" bIns="218520" anchor="t">
            <a:noAutofit/>
          </a:bodyPr>
          <a:lstStyle>
            <a:lvl1pPr indent="0" algn="r" defTabSz="4368960">
              <a:lnSpc>
                <a:spcPct val="100000"/>
              </a:lnSpc>
              <a:buNone/>
              <a:defRPr lang="fr-FR" sz="6700" b="0" u="none" strike="noStrike">
                <a:solidFill>
                  <a:schemeClr val="dk1"/>
                </a:solidFill>
                <a:effectLst/>
                <a:uFillTx/>
                <a:latin typeface="Arial"/>
                <a:ea typeface="ＭＳ Ｐゴシック"/>
              </a:defRPr>
            </a:lvl1pPr>
          </a:lstStyle>
          <a:p>
            <a:pPr indent="0" algn="r" defTabSz="4368960">
              <a:lnSpc>
                <a:spcPct val="100000"/>
              </a:lnSpc>
              <a:buNone/>
            </a:pPr>
            <a:fld id="{7B323FF6-2F05-4C5E-A12D-24256F25530C}" type="slidenum">
              <a:rPr lang="fr-FR" sz="6700" b="0" u="none" strike="noStrike">
                <a:solidFill>
                  <a:schemeClr val="dk1"/>
                </a:solidFill>
                <a:effectLst/>
                <a:uFillTx/>
                <a:latin typeface="Arial"/>
                <a:ea typeface="ＭＳ Ｐゴシック"/>
              </a:rPr>
              <a:t>&lt;number&gt;</a:t>
            </a:fld>
            <a:endParaRPr lang="en-US" sz="67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ux contenus">
    <p:bg>
      <p:bgPr>
        <a:solidFill>
          <a:schemeClr val="lt1"/>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2467080" y="3871800"/>
            <a:ext cx="27965160" cy="7260840"/>
          </a:xfrm>
          <a:prstGeom prst="rect">
            <a:avLst/>
          </a:prstGeom>
          <a:noFill/>
          <a:ln w="0">
            <a:noFill/>
          </a:ln>
        </p:spPr>
        <p:txBody>
          <a:bodyPr numCol="1" spcCol="0" lIns="437040" tIns="218520" rIns="437040" bIns="218520" anchor="ctr">
            <a:noAutofit/>
          </a:bodyPr>
          <a:lstStyle>
            <a:lvl1pPr indent="0" algn="ctr" defTabSz="4368960">
              <a:lnSpc>
                <a:spcPct val="100000"/>
              </a:lnSpc>
              <a:buNone/>
              <a:defRPr lang="fr-FR" sz="21000" b="0" u="none" strike="noStrike">
                <a:solidFill>
                  <a:schemeClr val="dk2"/>
                </a:solidFill>
                <a:effectLst/>
                <a:uFillTx/>
                <a:latin typeface="Arial"/>
                <a:ea typeface="ＭＳ Ｐゴシック"/>
              </a:defRPr>
            </a:lvl1pPr>
          </a:lstStyle>
          <a:p>
            <a:pPr indent="0" algn="ctr" defTabSz="4368960">
              <a:lnSpc>
                <a:spcPct val="100000"/>
              </a:lnSpc>
              <a:buNone/>
            </a:pPr>
            <a:r>
              <a:rPr lang="fr-FR" sz="21000" b="0" u="none" strike="noStrike">
                <a:solidFill>
                  <a:schemeClr val="dk2"/>
                </a:solidFill>
                <a:effectLst/>
                <a:uFillTx/>
                <a:latin typeface="Arial"/>
                <a:ea typeface="ＭＳ Ｐゴシック"/>
              </a:rPr>
              <a:t>Cliquez pour modifier le style du titre</a:t>
            </a:r>
            <a:endParaRPr lang="fr-FR" sz="21000" b="0" u="none" strike="noStrike">
              <a:solidFill>
                <a:schemeClr val="dk2"/>
              </a:solidFill>
              <a:effectLst/>
              <a:uFillTx/>
              <a:latin typeface="Arial"/>
            </a:endParaRPr>
          </a:p>
        </p:txBody>
      </p:sp>
      <p:sp>
        <p:nvSpPr>
          <p:cNvPr id="27" name="PlaceHolder 2"/>
          <p:cNvSpPr>
            <a:spLocks noGrp="1"/>
          </p:cNvSpPr>
          <p:nvPr>
            <p:ph type="body"/>
          </p:nvPr>
        </p:nvSpPr>
        <p:spPr>
          <a:xfrm>
            <a:off x="2467080" y="12584160"/>
            <a:ext cx="13906080" cy="26137800"/>
          </a:xfrm>
          <a:prstGeom prst="rect">
            <a:avLst/>
          </a:prstGeom>
          <a:noFill/>
          <a:ln w="0">
            <a:noFill/>
          </a:ln>
        </p:spPr>
        <p:txBody>
          <a:bodyPr numCol="1" spcCol="0" lIns="437040" tIns="218520" rIns="437040" bIns="218520" anchor="t">
            <a:noAutofit/>
          </a:bodyPr>
          <a:lstStyle>
            <a:lvl1pPr algn="l" defTabSz="4368960">
              <a:lnSpc>
                <a:spcPct val="100000"/>
              </a:lnSpc>
              <a:spcBef>
                <a:spcPts val="561"/>
              </a:spcBef>
              <a:buClr>
                <a:srgbClr val="000000"/>
              </a:buClr>
              <a:buFont typeface="Symbol" charset="2"/>
              <a:buChar char=""/>
              <a:defRPr lang="fr-FR" sz="2800" b="0" u="none" strike="noStrike">
                <a:solidFill>
                  <a:schemeClr val="dk1"/>
                </a:solidFill>
                <a:effectLst/>
                <a:uFillTx/>
                <a:latin typeface="Arial"/>
                <a:ea typeface="ＭＳ Ｐゴシック"/>
              </a:defRPr>
            </a:lvl1pPr>
            <a:lvl2pPr lvl="1" algn="l" defTabSz="4368960">
              <a:lnSpc>
                <a:spcPct val="100000"/>
              </a:lnSpc>
              <a:spcBef>
                <a:spcPts val="479"/>
              </a:spcBef>
              <a:buClr>
                <a:srgbClr val="000000"/>
              </a:buClr>
              <a:buFont typeface="Symbol" charset="2"/>
              <a:buChar char=""/>
              <a:defRPr lang="fr-FR" sz="2400" b="0" u="none" strike="noStrike">
                <a:solidFill>
                  <a:schemeClr val="dk1"/>
                </a:solidFill>
                <a:effectLst/>
                <a:uFillTx/>
                <a:latin typeface="Arial"/>
                <a:ea typeface="ＭＳ Ｐゴシック"/>
              </a:defRPr>
            </a:lvl2pPr>
            <a:lvl3pPr lvl="2" algn="l" defTabSz="4368960">
              <a:lnSpc>
                <a:spcPct val="100000"/>
              </a:lnSpc>
              <a:spcBef>
                <a:spcPts val="400"/>
              </a:spcBef>
              <a:buClr>
                <a:srgbClr val="000000"/>
              </a:buClr>
              <a:buFont typeface="Symbol" charset="2"/>
              <a:buChar char=""/>
              <a:defRPr lang="fr-FR" sz="2000" b="0" u="none" strike="noStrike">
                <a:solidFill>
                  <a:schemeClr val="dk1"/>
                </a:solidFill>
                <a:effectLst/>
                <a:uFillTx/>
                <a:latin typeface="Arial"/>
                <a:ea typeface="ＭＳ Ｐゴシック"/>
              </a:defRPr>
            </a:lvl3pPr>
            <a:lvl4pPr lvl="3" algn="l" defTabSz="4368960">
              <a:lnSpc>
                <a:spcPct val="100000"/>
              </a:lnSpc>
              <a:spcBef>
                <a:spcPts val="360"/>
              </a:spcBef>
              <a:buClr>
                <a:srgbClr val="000000"/>
              </a:buClr>
              <a:buFont typeface="Symbol" charset="2"/>
              <a:buChar char=""/>
              <a:defRPr lang="fr-FR" sz="1800" b="0" u="none" strike="noStrike">
                <a:solidFill>
                  <a:schemeClr val="dk1"/>
                </a:solidFill>
                <a:effectLst/>
                <a:uFillTx/>
                <a:latin typeface="Arial"/>
                <a:ea typeface="ＭＳ Ｐゴシック"/>
              </a:defRPr>
            </a:lvl4pPr>
            <a:lvl5pPr lvl="4" algn="l" defTabSz="4368960">
              <a:lnSpc>
                <a:spcPct val="100000"/>
              </a:lnSpc>
              <a:spcBef>
                <a:spcPts val="360"/>
              </a:spcBef>
              <a:buClr>
                <a:srgbClr val="000000"/>
              </a:buClr>
              <a:buFont typeface="OpenSymbol"/>
              <a:buChar char="»"/>
              <a:defRPr lang="fr-FR" sz="1800" b="0" u="none" strike="noStrike">
                <a:solidFill>
                  <a:schemeClr val="dk1"/>
                </a:solidFill>
                <a:effectLst/>
                <a:uFillTx/>
                <a:latin typeface="Arial"/>
                <a:ea typeface="ＭＳ Ｐゴシック"/>
              </a:defRPr>
            </a:lvl5pPr>
          </a:lstStyle>
          <a:p>
            <a:pPr marL="1638360" indent="-1638360" algn="l" defTabSz="4368960">
              <a:lnSpc>
                <a:spcPct val="100000"/>
              </a:lnSpc>
              <a:spcBef>
                <a:spcPts val="561"/>
              </a:spcBef>
              <a:buClr>
                <a:srgbClr val="000000"/>
              </a:buClr>
              <a:buFont typeface="Symbol" charset="2"/>
              <a:buChar char=""/>
            </a:pPr>
            <a:r>
              <a:rPr lang="fr-FR" sz="2800" b="0" u="none" strike="noStrike">
                <a:solidFill>
                  <a:schemeClr val="dk1"/>
                </a:solidFill>
                <a:effectLst/>
                <a:uFillTx/>
                <a:latin typeface="Arial"/>
                <a:ea typeface="ＭＳ Ｐゴシック"/>
              </a:rPr>
              <a:t>Cliquez pour modifier les styles du texte du masque</a:t>
            </a:r>
            <a:endParaRPr lang="fr-FR" sz="2800" b="0" u="none" strike="noStrike">
              <a:solidFill>
                <a:schemeClr val="dk1"/>
              </a:solidFill>
              <a:effectLst/>
              <a:uFillTx/>
              <a:latin typeface="Arial"/>
            </a:endParaRPr>
          </a:p>
          <a:p>
            <a:pPr marL="3549600" lvl="1" indent="-1365120" algn="l" defTabSz="4368960">
              <a:lnSpc>
                <a:spcPct val="100000"/>
              </a:lnSpc>
              <a:spcBef>
                <a:spcPts val="479"/>
              </a:spcBef>
              <a:buClr>
                <a:srgbClr val="000000"/>
              </a:buClr>
              <a:buFont typeface="Symbol" charset="2"/>
              <a:buChar char=""/>
            </a:pPr>
            <a:r>
              <a:rPr lang="fr-FR" sz="2400" b="0" u="none" strike="noStrike">
                <a:solidFill>
                  <a:schemeClr val="dk1"/>
                </a:solidFill>
                <a:effectLst/>
                <a:uFillTx/>
                <a:latin typeface="Arial"/>
                <a:ea typeface="ＭＳ Ｐゴシック"/>
              </a:rPr>
              <a:t>Deuxième niveau</a:t>
            </a:r>
            <a:endParaRPr lang="fr-FR" sz="2400" b="0" u="none" strike="noStrike">
              <a:solidFill>
                <a:schemeClr val="dk1"/>
              </a:solidFill>
              <a:effectLst/>
              <a:uFillTx/>
              <a:latin typeface="Arial"/>
            </a:endParaRPr>
          </a:p>
          <a:p>
            <a:pPr marL="5460840" lvl="2" indent="-1092240" algn="l" defTabSz="4368960">
              <a:lnSpc>
                <a:spcPct val="100000"/>
              </a:lnSpc>
              <a:spcBef>
                <a:spcPts val="400"/>
              </a:spcBef>
              <a:buClr>
                <a:srgbClr val="000000"/>
              </a:buClr>
              <a:buFont typeface="Symbol" charset="2"/>
              <a:buChar char=""/>
            </a:pPr>
            <a:r>
              <a:rPr lang="fr-FR" sz="2000" b="0" u="none" strike="noStrike">
                <a:solidFill>
                  <a:schemeClr val="dk1"/>
                </a:solidFill>
                <a:effectLst/>
                <a:uFillTx/>
                <a:latin typeface="Arial"/>
                <a:ea typeface="ＭＳ Ｐゴシック"/>
              </a:rPr>
              <a:t>Troisième niveau</a:t>
            </a:r>
            <a:endParaRPr lang="fr-FR" sz="2000" b="0" u="none" strike="noStrike">
              <a:solidFill>
                <a:schemeClr val="dk1"/>
              </a:solidFill>
              <a:effectLst/>
              <a:uFillTx/>
              <a:latin typeface="Arial"/>
            </a:endParaRPr>
          </a:p>
          <a:p>
            <a:pPr marL="7645320" lvl="3" indent="-1092240" algn="l" defTabSz="4368960">
              <a:lnSpc>
                <a:spcPct val="100000"/>
              </a:lnSpc>
              <a:spcBef>
                <a:spcPts val="360"/>
              </a:spcBef>
              <a:buClr>
                <a:srgbClr val="000000"/>
              </a:buClr>
              <a:buFont typeface="Symbol" charset="2"/>
              <a:buChar char=""/>
            </a:pPr>
            <a:r>
              <a:rPr lang="fr-FR" sz="1800" b="0" u="none" strike="noStrike">
                <a:solidFill>
                  <a:schemeClr val="dk1"/>
                </a:solidFill>
                <a:effectLst/>
                <a:uFillTx/>
                <a:latin typeface="Arial"/>
                <a:ea typeface="ＭＳ Ｐゴシック"/>
              </a:rPr>
              <a:t>Quatrième niveau</a:t>
            </a:r>
            <a:endParaRPr lang="fr-FR" sz="1800" b="0" u="none" strike="noStrike">
              <a:solidFill>
                <a:schemeClr val="dk1"/>
              </a:solidFill>
              <a:effectLst/>
              <a:uFillTx/>
              <a:latin typeface="Arial"/>
            </a:endParaRPr>
          </a:p>
          <a:p>
            <a:pPr marL="9831240" lvl="4" indent="-1093680" algn="l" defTabSz="4368960">
              <a:lnSpc>
                <a:spcPct val="100000"/>
              </a:lnSpc>
              <a:spcBef>
                <a:spcPts val="360"/>
              </a:spcBef>
              <a:buClr>
                <a:srgbClr val="000000"/>
              </a:buClr>
              <a:buFont typeface="OpenSymbol"/>
              <a:buChar char="»"/>
            </a:pPr>
            <a:r>
              <a:rPr lang="fr-FR" sz="1800" b="0" u="none" strike="noStrike">
                <a:solidFill>
                  <a:schemeClr val="dk1"/>
                </a:solidFill>
                <a:effectLst/>
                <a:uFillTx/>
                <a:latin typeface="Arial"/>
                <a:ea typeface="ＭＳ Ｐゴシック"/>
              </a:rPr>
              <a:t>Cinquième niveau</a:t>
            </a:r>
            <a:endParaRPr lang="fr-FR" sz="1800" b="0" u="none" strike="noStrike">
              <a:solidFill>
                <a:schemeClr val="dk1"/>
              </a:solidFill>
              <a:effectLst/>
              <a:uFillTx/>
              <a:latin typeface="Arial"/>
            </a:endParaRPr>
          </a:p>
        </p:txBody>
      </p:sp>
      <p:sp>
        <p:nvSpPr>
          <p:cNvPr id="28" name="PlaceHolder 3"/>
          <p:cNvSpPr>
            <a:spLocks noGrp="1"/>
          </p:cNvSpPr>
          <p:nvPr>
            <p:ph type="body"/>
          </p:nvPr>
        </p:nvSpPr>
        <p:spPr>
          <a:xfrm>
            <a:off x="16525800" y="12584160"/>
            <a:ext cx="13906080" cy="26137800"/>
          </a:xfrm>
          <a:prstGeom prst="rect">
            <a:avLst/>
          </a:prstGeom>
          <a:noFill/>
          <a:ln w="0">
            <a:noFill/>
          </a:ln>
        </p:spPr>
        <p:txBody>
          <a:bodyPr numCol="1" spcCol="0" lIns="437040" tIns="218520" rIns="437040" bIns="218520" anchor="t">
            <a:noAutofit/>
          </a:bodyPr>
          <a:lstStyle>
            <a:lvl1pPr algn="l" defTabSz="4368960">
              <a:lnSpc>
                <a:spcPct val="100000"/>
              </a:lnSpc>
              <a:spcBef>
                <a:spcPts val="561"/>
              </a:spcBef>
              <a:buClr>
                <a:srgbClr val="000000"/>
              </a:buClr>
              <a:buFont typeface="Symbol" charset="2"/>
              <a:buChar char=""/>
              <a:defRPr lang="fr-FR" sz="2800" b="0" u="none" strike="noStrike">
                <a:solidFill>
                  <a:schemeClr val="dk1"/>
                </a:solidFill>
                <a:effectLst/>
                <a:uFillTx/>
                <a:latin typeface="Arial"/>
                <a:ea typeface="ＭＳ Ｐゴシック"/>
              </a:defRPr>
            </a:lvl1pPr>
            <a:lvl2pPr lvl="1" algn="l" defTabSz="4368960">
              <a:lnSpc>
                <a:spcPct val="100000"/>
              </a:lnSpc>
              <a:spcBef>
                <a:spcPts val="479"/>
              </a:spcBef>
              <a:buClr>
                <a:srgbClr val="000000"/>
              </a:buClr>
              <a:buFont typeface="Symbol" charset="2"/>
              <a:buChar char=""/>
              <a:defRPr lang="fr-FR" sz="2400" b="0" u="none" strike="noStrike">
                <a:solidFill>
                  <a:schemeClr val="dk1"/>
                </a:solidFill>
                <a:effectLst/>
                <a:uFillTx/>
                <a:latin typeface="Arial"/>
                <a:ea typeface="ＭＳ Ｐゴシック"/>
              </a:defRPr>
            </a:lvl2pPr>
            <a:lvl3pPr lvl="2" algn="l" defTabSz="4368960">
              <a:lnSpc>
                <a:spcPct val="100000"/>
              </a:lnSpc>
              <a:spcBef>
                <a:spcPts val="400"/>
              </a:spcBef>
              <a:buClr>
                <a:srgbClr val="000000"/>
              </a:buClr>
              <a:buFont typeface="Symbol" charset="2"/>
              <a:buChar char=""/>
              <a:defRPr lang="fr-FR" sz="2000" b="0" u="none" strike="noStrike">
                <a:solidFill>
                  <a:schemeClr val="dk1"/>
                </a:solidFill>
                <a:effectLst/>
                <a:uFillTx/>
                <a:latin typeface="Arial"/>
                <a:ea typeface="ＭＳ Ｐゴシック"/>
              </a:defRPr>
            </a:lvl3pPr>
            <a:lvl4pPr lvl="3" algn="l" defTabSz="4368960">
              <a:lnSpc>
                <a:spcPct val="100000"/>
              </a:lnSpc>
              <a:spcBef>
                <a:spcPts val="360"/>
              </a:spcBef>
              <a:buClr>
                <a:srgbClr val="000000"/>
              </a:buClr>
              <a:buFont typeface="Symbol" charset="2"/>
              <a:buChar char=""/>
              <a:defRPr lang="fr-FR" sz="1800" b="0" u="none" strike="noStrike">
                <a:solidFill>
                  <a:schemeClr val="dk1"/>
                </a:solidFill>
                <a:effectLst/>
                <a:uFillTx/>
                <a:latin typeface="Arial"/>
                <a:ea typeface="ＭＳ Ｐゴシック"/>
              </a:defRPr>
            </a:lvl4pPr>
            <a:lvl5pPr lvl="4" algn="l" defTabSz="4368960">
              <a:lnSpc>
                <a:spcPct val="100000"/>
              </a:lnSpc>
              <a:spcBef>
                <a:spcPts val="360"/>
              </a:spcBef>
              <a:buClr>
                <a:srgbClr val="000000"/>
              </a:buClr>
              <a:buFont typeface="OpenSymbol"/>
              <a:buChar char="»"/>
              <a:defRPr lang="fr-FR" sz="1800" b="0" u="none" strike="noStrike">
                <a:solidFill>
                  <a:schemeClr val="dk1"/>
                </a:solidFill>
                <a:effectLst/>
                <a:uFillTx/>
                <a:latin typeface="Arial"/>
                <a:ea typeface="ＭＳ Ｐゴシック"/>
              </a:defRPr>
            </a:lvl5pPr>
          </a:lstStyle>
          <a:p>
            <a:pPr marL="1638360" indent="-1638360" algn="l" defTabSz="4368960">
              <a:lnSpc>
                <a:spcPct val="100000"/>
              </a:lnSpc>
              <a:spcBef>
                <a:spcPts val="561"/>
              </a:spcBef>
              <a:buClr>
                <a:srgbClr val="000000"/>
              </a:buClr>
              <a:buFont typeface="Symbol" charset="2"/>
              <a:buChar char=""/>
            </a:pPr>
            <a:r>
              <a:rPr lang="fr-FR" sz="2800" b="0" u="none" strike="noStrike">
                <a:solidFill>
                  <a:schemeClr val="dk1"/>
                </a:solidFill>
                <a:effectLst/>
                <a:uFillTx/>
                <a:latin typeface="Arial"/>
                <a:ea typeface="ＭＳ Ｐゴシック"/>
              </a:rPr>
              <a:t>Cliquez pour modifier les styles du texte du masque</a:t>
            </a:r>
            <a:endParaRPr lang="fr-FR" sz="2800" b="0" u="none" strike="noStrike">
              <a:solidFill>
                <a:schemeClr val="dk1"/>
              </a:solidFill>
              <a:effectLst/>
              <a:uFillTx/>
              <a:latin typeface="Arial"/>
            </a:endParaRPr>
          </a:p>
          <a:p>
            <a:pPr marL="3549600" lvl="1" indent="-1365120" algn="l" defTabSz="4368960">
              <a:lnSpc>
                <a:spcPct val="100000"/>
              </a:lnSpc>
              <a:spcBef>
                <a:spcPts val="479"/>
              </a:spcBef>
              <a:buClr>
                <a:srgbClr val="000000"/>
              </a:buClr>
              <a:buFont typeface="Symbol" charset="2"/>
              <a:buChar char=""/>
            </a:pPr>
            <a:r>
              <a:rPr lang="fr-FR" sz="2400" b="0" u="none" strike="noStrike">
                <a:solidFill>
                  <a:schemeClr val="dk1"/>
                </a:solidFill>
                <a:effectLst/>
                <a:uFillTx/>
                <a:latin typeface="Arial"/>
                <a:ea typeface="ＭＳ Ｐゴシック"/>
              </a:rPr>
              <a:t>Deuxième niveau</a:t>
            </a:r>
            <a:endParaRPr lang="fr-FR" sz="2400" b="0" u="none" strike="noStrike">
              <a:solidFill>
                <a:schemeClr val="dk1"/>
              </a:solidFill>
              <a:effectLst/>
              <a:uFillTx/>
              <a:latin typeface="Arial"/>
            </a:endParaRPr>
          </a:p>
          <a:p>
            <a:pPr marL="5460840" lvl="2" indent="-1092240" algn="l" defTabSz="4368960">
              <a:lnSpc>
                <a:spcPct val="100000"/>
              </a:lnSpc>
              <a:spcBef>
                <a:spcPts val="400"/>
              </a:spcBef>
              <a:buClr>
                <a:srgbClr val="000000"/>
              </a:buClr>
              <a:buFont typeface="Symbol" charset="2"/>
              <a:buChar char=""/>
            </a:pPr>
            <a:r>
              <a:rPr lang="fr-FR" sz="2000" b="0" u="none" strike="noStrike">
                <a:solidFill>
                  <a:schemeClr val="dk1"/>
                </a:solidFill>
                <a:effectLst/>
                <a:uFillTx/>
                <a:latin typeface="Arial"/>
                <a:ea typeface="ＭＳ Ｐゴシック"/>
              </a:rPr>
              <a:t>Troisième niveau</a:t>
            </a:r>
            <a:endParaRPr lang="fr-FR" sz="2000" b="0" u="none" strike="noStrike">
              <a:solidFill>
                <a:schemeClr val="dk1"/>
              </a:solidFill>
              <a:effectLst/>
              <a:uFillTx/>
              <a:latin typeface="Arial"/>
            </a:endParaRPr>
          </a:p>
          <a:p>
            <a:pPr marL="7645320" lvl="3" indent="-1092240" algn="l" defTabSz="4368960">
              <a:lnSpc>
                <a:spcPct val="100000"/>
              </a:lnSpc>
              <a:spcBef>
                <a:spcPts val="360"/>
              </a:spcBef>
              <a:buClr>
                <a:srgbClr val="000000"/>
              </a:buClr>
              <a:buFont typeface="Symbol" charset="2"/>
              <a:buChar char=""/>
            </a:pPr>
            <a:r>
              <a:rPr lang="fr-FR" sz="1800" b="0" u="none" strike="noStrike">
                <a:solidFill>
                  <a:schemeClr val="dk1"/>
                </a:solidFill>
                <a:effectLst/>
                <a:uFillTx/>
                <a:latin typeface="Arial"/>
                <a:ea typeface="ＭＳ Ｐゴシック"/>
              </a:rPr>
              <a:t>Quatrième niveau</a:t>
            </a:r>
            <a:endParaRPr lang="fr-FR" sz="1800" b="0" u="none" strike="noStrike">
              <a:solidFill>
                <a:schemeClr val="dk1"/>
              </a:solidFill>
              <a:effectLst/>
              <a:uFillTx/>
              <a:latin typeface="Arial"/>
            </a:endParaRPr>
          </a:p>
          <a:p>
            <a:pPr marL="9831240" lvl="4" indent="-1093680" algn="l" defTabSz="4368960">
              <a:lnSpc>
                <a:spcPct val="100000"/>
              </a:lnSpc>
              <a:spcBef>
                <a:spcPts val="360"/>
              </a:spcBef>
              <a:buClr>
                <a:srgbClr val="000000"/>
              </a:buClr>
              <a:buFont typeface="OpenSymbol"/>
              <a:buChar char="»"/>
            </a:pPr>
            <a:r>
              <a:rPr lang="fr-FR" sz="1800" b="0" u="none" strike="noStrike">
                <a:solidFill>
                  <a:schemeClr val="dk1"/>
                </a:solidFill>
                <a:effectLst/>
                <a:uFillTx/>
                <a:latin typeface="Arial"/>
                <a:ea typeface="ＭＳ Ｐゴシック"/>
              </a:rPr>
              <a:t>Cinquième niveau</a:t>
            </a:r>
            <a:endParaRPr lang="fr-FR" sz="1800" b="0" u="none" strike="noStrike">
              <a:solidFill>
                <a:schemeClr val="dk1"/>
              </a:solidFill>
              <a:effectLst/>
              <a:uFillTx/>
              <a:latin typeface="Arial"/>
            </a:endParaRPr>
          </a:p>
        </p:txBody>
      </p:sp>
      <p:sp>
        <p:nvSpPr>
          <p:cNvPr id="29" name="PlaceHolder 4"/>
          <p:cNvSpPr>
            <a:spLocks noGrp="1"/>
          </p:cNvSpPr>
          <p:nvPr>
            <p:ph type="dt" idx="16"/>
          </p:nvPr>
        </p:nvSpPr>
        <p:spPr>
          <a:xfrm>
            <a:off x="2467080" y="39690720"/>
            <a:ext cx="6854400" cy="2903040"/>
          </a:xfrm>
          <a:prstGeom prst="rect">
            <a:avLst/>
          </a:prstGeom>
          <a:noFill/>
          <a:ln w="0">
            <a:noFill/>
          </a:ln>
        </p:spPr>
        <p:txBody>
          <a:bodyPr numCol="1" spcCol="0" lIns="437040" tIns="218520" rIns="437040" bIns="21852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30" name="PlaceHolder 5"/>
          <p:cNvSpPr>
            <a:spLocks noGrp="1"/>
          </p:cNvSpPr>
          <p:nvPr>
            <p:ph type="ftr" idx="17"/>
          </p:nvPr>
        </p:nvSpPr>
        <p:spPr>
          <a:xfrm>
            <a:off x="11241000" y="39690720"/>
            <a:ext cx="10416960" cy="2903040"/>
          </a:xfrm>
          <a:prstGeom prst="rect">
            <a:avLst/>
          </a:prstGeom>
          <a:noFill/>
          <a:ln w="0">
            <a:noFill/>
          </a:ln>
        </p:spPr>
        <p:txBody>
          <a:bodyPr numCol="1" spcCol="0" lIns="437040" tIns="218520" rIns="437040" bIns="21852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23577480" y="39690720"/>
            <a:ext cx="6854400" cy="2903040"/>
          </a:xfrm>
          <a:prstGeom prst="rect">
            <a:avLst/>
          </a:prstGeom>
          <a:noFill/>
          <a:ln w="0">
            <a:noFill/>
          </a:ln>
        </p:spPr>
        <p:txBody>
          <a:bodyPr numCol="1" spcCol="0" lIns="437040" tIns="218520" rIns="437040" bIns="218520" anchor="t">
            <a:noAutofit/>
          </a:bodyPr>
          <a:lstStyle>
            <a:lvl1pPr indent="0" algn="r" defTabSz="4368960">
              <a:lnSpc>
                <a:spcPct val="100000"/>
              </a:lnSpc>
              <a:buNone/>
              <a:defRPr lang="fr-FR" sz="6700" b="0" u="none" strike="noStrike">
                <a:solidFill>
                  <a:schemeClr val="dk1"/>
                </a:solidFill>
                <a:effectLst/>
                <a:uFillTx/>
                <a:latin typeface="Arial"/>
                <a:ea typeface="ＭＳ Ｐゴシック"/>
              </a:defRPr>
            </a:lvl1pPr>
          </a:lstStyle>
          <a:p>
            <a:pPr indent="0" algn="r" defTabSz="4368960">
              <a:lnSpc>
                <a:spcPct val="100000"/>
              </a:lnSpc>
              <a:buNone/>
            </a:pPr>
            <a:fld id="{79988423-D4C3-4258-8128-5D85624B625C}" type="slidenum">
              <a:rPr lang="fr-FR" sz="6700" b="0" u="none" strike="noStrike">
                <a:solidFill>
                  <a:schemeClr val="dk1"/>
                </a:solidFill>
                <a:effectLst/>
                <a:uFillTx/>
                <a:latin typeface="Arial"/>
                <a:ea typeface="ＭＳ Ｐゴシック"/>
              </a:rPr>
              <a:t>&lt;number&gt;</a:t>
            </a:fld>
            <a:endParaRPr lang="en-US" sz="67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ison">
    <p:bg>
      <p:bgPr>
        <a:solidFill>
          <a:schemeClr val="lt1"/>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1644480" y="1744560"/>
            <a:ext cx="29609640" cy="7259400"/>
          </a:xfrm>
          <a:prstGeom prst="rect">
            <a:avLst/>
          </a:prstGeom>
          <a:noFill/>
          <a:ln w="0">
            <a:noFill/>
          </a:ln>
        </p:spPr>
        <p:txBody>
          <a:bodyPr numCol="1" spcCol="0" lIns="437040" tIns="218520" rIns="437040" bIns="218520" anchor="ctr">
            <a:noAutofit/>
          </a:bodyPr>
          <a:lstStyle>
            <a:lvl1pPr indent="0" algn="ctr" defTabSz="4368960">
              <a:lnSpc>
                <a:spcPct val="100000"/>
              </a:lnSpc>
              <a:buNone/>
              <a:defRPr lang="fr-FR" sz="21000" b="0" u="none" strike="noStrike">
                <a:solidFill>
                  <a:schemeClr val="dk2"/>
                </a:solidFill>
                <a:effectLst/>
                <a:uFillTx/>
                <a:latin typeface="Arial"/>
                <a:ea typeface="ＭＳ Ｐゴシック"/>
              </a:defRPr>
            </a:lvl1pPr>
          </a:lstStyle>
          <a:p>
            <a:pPr indent="0" algn="ctr" defTabSz="4368960">
              <a:lnSpc>
                <a:spcPct val="100000"/>
              </a:lnSpc>
              <a:buNone/>
            </a:pPr>
            <a:r>
              <a:rPr lang="fr-FR" sz="21000" b="0" u="none" strike="noStrike">
                <a:solidFill>
                  <a:schemeClr val="dk2"/>
                </a:solidFill>
                <a:effectLst/>
                <a:uFillTx/>
                <a:latin typeface="Arial"/>
                <a:ea typeface="ＭＳ Ｐゴシック"/>
              </a:rPr>
              <a:t>Cliquez pour modifier le style du titre</a:t>
            </a:r>
            <a:endParaRPr lang="fr-FR" sz="21000" b="0" u="none" strike="noStrike">
              <a:solidFill>
                <a:schemeClr val="dk2"/>
              </a:solidFill>
              <a:effectLst/>
              <a:uFillTx/>
              <a:latin typeface="Arial"/>
            </a:endParaRPr>
          </a:p>
        </p:txBody>
      </p:sp>
      <p:sp>
        <p:nvSpPr>
          <p:cNvPr id="33" name="PlaceHolder 2"/>
          <p:cNvSpPr>
            <a:spLocks noGrp="1"/>
          </p:cNvSpPr>
          <p:nvPr>
            <p:ph type="body"/>
          </p:nvPr>
        </p:nvSpPr>
        <p:spPr>
          <a:xfrm>
            <a:off x="1644480" y="9750600"/>
            <a:ext cx="14536440" cy="4063680"/>
          </a:xfrm>
          <a:prstGeom prst="rect">
            <a:avLst/>
          </a:prstGeom>
          <a:noFill/>
          <a:ln w="0">
            <a:noFill/>
          </a:ln>
        </p:spPr>
        <p:txBody>
          <a:bodyPr numCol="1" spcCol="0" lIns="437040" tIns="218520" rIns="437040" bIns="218520" anchor="b">
            <a:noAutofit/>
          </a:bodyPr>
          <a:lstStyle>
            <a:lvl1pPr indent="0" algn="l" defTabSz="4368960">
              <a:lnSpc>
                <a:spcPct val="100000"/>
              </a:lnSpc>
              <a:spcBef>
                <a:spcPts val="479"/>
              </a:spcBef>
              <a:buNone/>
              <a:tabLst>
                <a:tab pos="0" algn="l"/>
              </a:tabLst>
              <a:defRPr lang="fr-FR" sz="2400" b="1" u="none" strike="noStrike">
                <a:solidFill>
                  <a:schemeClr val="dk1"/>
                </a:solidFill>
                <a:effectLst/>
                <a:uFillTx/>
                <a:latin typeface="Arial"/>
                <a:ea typeface="ＭＳ Ｐゴシック"/>
              </a:defRPr>
            </a:lvl1pPr>
          </a:lstStyle>
          <a:p>
            <a:pPr indent="0" algn="l" defTabSz="4368960">
              <a:lnSpc>
                <a:spcPct val="100000"/>
              </a:lnSpc>
              <a:spcBef>
                <a:spcPts val="479"/>
              </a:spcBef>
              <a:buNone/>
              <a:tabLst>
                <a:tab pos="0" algn="l"/>
              </a:tabLst>
            </a:pPr>
            <a:r>
              <a:rPr lang="fr-FR" sz="2400" b="1" u="none" strike="noStrike">
                <a:solidFill>
                  <a:schemeClr val="dk1"/>
                </a:solidFill>
                <a:effectLst/>
                <a:uFillTx/>
                <a:latin typeface="Arial"/>
                <a:ea typeface="ＭＳ Ｐゴシック"/>
              </a:rPr>
              <a:t>Cliquez pour modifier les styles du texte du masque</a:t>
            </a:r>
            <a:endParaRPr lang="fr-FR" sz="2400" b="0" u="none" strike="noStrike">
              <a:solidFill>
                <a:schemeClr val="dk1"/>
              </a:solidFill>
              <a:effectLst/>
              <a:uFillTx/>
              <a:latin typeface="Arial"/>
            </a:endParaRPr>
          </a:p>
        </p:txBody>
      </p:sp>
      <p:sp>
        <p:nvSpPr>
          <p:cNvPr id="34" name="PlaceHolder 3"/>
          <p:cNvSpPr>
            <a:spLocks noGrp="1"/>
          </p:cNvSpPr>
          <p:nvPr>
            <p:ph type="body"/>
          </p:nvPr>
        </p:nvSpPr>
        <p:spPr>
          <a:xfrm>
            <a:off x="1644480" y="13814280"/>
            <a:ext cx="14536440" cy="25099560"/>
          </a:xfrm>
          <a:prstGeom prst="rect">
            <a:avLst/>
          </a:prstGeom>
          <a:noFill/>
          <a:ln w="0">
            <a:noFill/>
          </a:ln>
        </p:spPr>
        <p:txBody>
          <a:bodyPr numCol="1" spcCol="0" lIns="437040" tIns="218520" rIns="437040" bIns="218520" anchor="t">
            <a:noAutofit/>
          </a:bodyPr>
          <a:lstStyle>
            <a:lvl1pPr algn="l" defTabSz="4368960">
              <a:lnSpc>
                <a:spcPct val="100000"/>
              </a:lnSpc>
              <a:spcBef>
                <a:spcPts val="479"/>
              </a:spcBef>
              <a:buClr>
                <a:srgbClr val="000000"/>
              </a:buClr>
              <a:buFont typeface="Symbol" charset="2"/>
              <a:buChar char=""/>
              <a:tabLst>
                <a:tab pos="0" algn="l"/>
              </a:tabLst>
              <a:defRPr lang="fr-FR" sz="2400" b="0" u="none" strike="noStrike">
                <a:solidFill>
                  <a:schemeClr val="dk1"/>
                </a:solidFill>
                <a:effectLst/>
                <a:uFillTx/>
                <a:latin typeface="Arial"/>
                <a:ea typeface="ＭＳ Ｐゴシック"/>
              </a:defRPr>
            </a:lvl1pPr>
            <a:lvl2pPr lvl="1" algn="l" defTabSz="4368960">
              <a:lnSpc>
                <a:spcPct val="100000"/>
              </a:lnSpc>
              <a:spcBef>
                <a:spcPts val="400"/>
              </a:spcBef>
              <a:buClr>
                <a:srgbClr val="000000"/>
              </a:buClr>
              <a:buFont typeface="Symbol" charset="2"/>
              <a:buChar char=""/>
              <a:tabLst>
                <a:tab pos="0" algn="l"/>
              </a:tabLst>
              <a:defRPr lang="fr-FR" sz="2000" b="0" u="none" strike="noStrike">
                <a:solidFill>
                  <a:schemeClr val="dk1"/>
                </a:solidFill>
                <a:effectLst/>
                <a:uFillTx/>
                <a:latin typeface="Arial"/>
                <a:ea typeface="ＭＳ Ｐゴシック"/>
              </a:defRPr>
            </a:lvl2pPr>
            <a:lvl3pPr lvl="2" algn="l" defTabSz="4368960">
              <a:lnSpc>
                <a:spcPct val="100000"/>
              </a:lnSpc>
              <a:spcBef>
                <a:spcPts val="360"/>
              </a:spcBef>
              <a:buClr>
                <a:srgbClr val="000000"/>
              </a:buClr>
              <a:buFont typeface="Symbol" charset="2"/>
              <a:buChar char=""/>
              <a:tabLst>
                <a:tab pos="0" algn="l"/>
              </a:tabLst>
              <a:defRPr lang="fr-FR" sz="1800" b="0" u="none" strike="noStrike">
                <a:solidFill>
                  <a:schemeClr val="dk1"/>
                </a:solidFill>
                <a:effectLst/>
                <a:uFillTx/>
                <a:latin typeface="Arial"/>
                <a:ea typeface="ＭＳ Ｐゴシック"/>
              </a:defRPr>
            </a:lvl3pPr>
            <a:lvl4pPr lvl="3" algn="l" defTabSz="4368960">
              <a:lnSpc>
                <a:spcPct val="100000"/>
              </a:lnSpc>
              <a:spcBef>
                <a:spcPts val="320"/>
              </a:spcBef>
              <a:buClr>
                <a:srgbClr val="000000"/>
              </a:buClr>
              <a:buFont typeface="Symbol" charset="2"/>
              <a:buChar char=""/>
              <a:tabLst>
                <a:tab pos="0" algn="l"/>
              </a:tabLst>
              <a:defRPr lang="fr-FR" sz="1600" b="0" u="none" strike="noStrike">
                <a:solidFill>
                  <a:schemeClr val="dk1"/>
                </a:solidFill>
                <a:effectLst/>
                <a:uFillTx/>
                <a:latin typeface="Arial"/>
                <a:ea typeface="ＭＳ Ｐゴシック"/>
              </a:defRPr>
            </a:lvl4pPr>
            <a:lvl5pPr lvl="4" algn="l" defTabSz="4368960">
              <a:lnSpc>
                <a:spcPct val="100000"/>
              </a:lnSpc>
              <a:spcBef>
                <a:spcPts val="320"/>
              </a:spcBef>
              <a:buClr>
                <a:srgbClr val="000000"/>
              </a:buClr>
              <a:buFont typeface="OpenSymbol"/>
              <a:buChar char="»"/>
              <a:tabLst>
                <a:tab pos="0" algn="l"/>
              </a:tabLst>
              <a:defRPr lang="fr-FR" sz="1600" b="0" u="none" strike="noStrike">
                <a:solidFill>
                  <a:schemeClr val="dk1"/>
                </a:solidFill>
                <a:effectLst/>
                <a:uFillTx/>
                <a:latin typeface="Arial"/>
                <a:ea typeface="ＭＳ Ｐゴシック"/>
              </a:defRPr>
            </a:lvl5pPr>
          </a:lstStyle>
          <a:p>
            <a:pPr marL="1638360" indent="-1638360" algn="l" defTabSz="4368960">
              <a:lnSpc>
                <a:spcPct val="100000"/>
              </a:lnSpc>
              <a:spcBef>
                <a:spcPts val="479"/>
              </a:spcBef>
              <a:buClr>
                <a:srgbClr val="000000"/>
              </a:buClr>
              <a:buFont typeface="Symbol" charset="2"/>
              <a:buChar char=""/>
              <a:tabLst>
                <a:tab pos="0" algn="l"/>
              </a:tabLst>
            </a:pPr>
            <a:r>
              <a:rPr lang="fr-FR" sz="2400" b="0" u="none" strike="noStrike">
                <a:solidFill>
                  <a:schemeClr val="dk1"/>
                </a:solidFill>
                <a:effectLst/>
                <a:uFillTx/>
                <a:latin typeface="Arial"/>
                <a:ea typeface="ＭＳ Ｐゴシック"/>
              </a:rPr>
              <a:t>Cliquez pour modifier les styles du texte du masque</a:t>
            </a:r>
            <a:endParaRPr lang="fr-FR" sz="2400" b="0" u="none" strike="noStrike">
              <a:solidFill>
                <a:schemeClr val="dk1"/>
              </a:solidFill>
              <a:effectLst/>
              <a:uFillTx/>
              <a:latin typeface="Arial"/>
            </a:endParaRPr>
          </a:p>
          <a:p>
            <a:pPr marL="3549600" lvl="1" indent="-1365120" algn="l" defTabSz="4368960">
              <a:lnSpc>
                <a:spcPct val="100000"/>
              </a:lnSpc>
              <a:spcBef>
                <a:spcPts val="400"/>
              </a:spcBef>
              <a:buClr>
                <a:srgbClr val="000000"/>
              </a:buClr>
              <a:buFont typeface="Symbol" charset="2"/>
              <a:buChar char=""/>
              <a:tabLst>
                <a:tab pos="0" algn="l"/>
              </a:tabLst>
            </a:pPr>
            <a:r>
              <a:rPr lang="fr-FR" sz="2000" b="0" u="none" strike="noStrike">
                <a:solidFill>
                  <a:schemeClr val="dk1"/>
                </a:solidFill>
                <a:effectLst/>
                <a:uFillTx/>
                <a:latin typeface="Arial"/>
                <a:ea typeface="ＭＳ Ｐゴシック"/>
              </a:rPr>
              <a:t>Deuxième niveau</a:t>
            </a:r>
            <a:endParaRPr lang="fr-FR" sz="2000" b="0" u="none" strike="noStrike">
              <a:solidFill>
                <a:schemeClr val="dk1"/>
              </a:solidFill>
              <a:effectLst/>
              <a:uFillTx/>
              <a:latin typeface="Arial"/>
            </a:endParaRPr>
          </a:p>
          <a:p>
            <a:pPr marL="5460840" lvl="2" indent="-1092240" algn="l" defTabSz="4368960">
              <a:lnSpc>
                <a:spcPct val="100000"/>
              </a:lnSpc>
              <a:spcBef>
                <a:spcPts val="360"/>
              </a:spcBef>
              <a:buClr>
                <a:srgbClr val="000000"/>
              </a:buClr>
              <a:buFont typeface="Symbol" charset="2"/>
              <a:buChar char=""/>
              <a:tabLst>
                <a:tab pos="0" algn="l"/>
              </a:tabLst>
            </a:pPr>
            <a:r>
              <a:rPr lang="fr-FR" sz="1800" b="0" u="none" strike="noStrike">
                <a:solidFill>
                  <a:schemeClr val="dk1"/>
                </a:solidFill>
                <a:effectLst/>
                <a:uFillTx/>
                <a:latin typeface="Arial"/>
                <a:ea typeface="ＭＳ Ｐゴシック"/>
              </a:rPr>
              <a:t>Troisième niveau</a:t>
            </a:r>
            <a:endParaRPr lang="fr-FR" sz="1800" b="0" u="none" strike="noStrike">
              <a:solidFill>
                <a:schemeClr val="dk1"/>
              </a:solidFill>
              <a:effectLst/>
              <a:uFillTx/>
              <a:latin typeface="Arial"/>
            </a:endParaRPr>
          </a:p>
          <a:p>
            <a:pPr marL="7645320" lvl="3" indent="-1092240" algn="l" defTabSz="4368960">
              <a:lnSpc>
                <a:spcPct val="100000"/>
              </a:lnSpc>
              <a:spcBef>
                <a:spcPts val="320"/>
              </a:spcBef>
              <a:buClr>
                <a:srgbClr val="000000"/>
              </a:buClr>
              <a:buFont typeface="Symbol" charset="2"/>
              <a:buChar char=""/>
              <a:tabLst>
                <a:tab pos="0" algn="l"/>
              </a:tabLst>
            </a:pPr>
            <a:r>
              <a:rPr lang="fr-FR" sz="1600" b="0" u="none" strike="noStrike">
                <a:solidFill>
                  <a:schemeClr val="dk1"/>
                </a:solidFill>
                <a:effectLst/>
                <a:uFillTx/>
                <a:latin typeface="Arial"/>
                <a:ea typeface="ＭＳ Ｐゴシック"/>
              </a:rPr>
              <a:t>Quatrième niveau</a:t>
            </a:r>
            <a:endParaRPr lang="fr-FR" sz="1600" b="0" u="none" strike="noStrike">
              <a:solidFill>
                <a:schemeClr val="dk1"/>
              </a:solidFill>
              <a:effectLst/>
              <a:uFillTx/>
              <a:latin typeface="Arial"/>
            </a:endParaRPr>
          </a:p>
          <a:p>
            <a:pPr marL="9831240" lvl="4" indent="-1093680" algn="l" defTabSz="4368960">
              <a:lnSpc>
                <a:spcPct val="100000"/>
              </a:lnSpc>
              <a:spcBef>
                <a:spcPts val="320"/>
              </a:spcBef>
              <a:buClr>
                <a:srgbClr val="000000"/>
              </a:buClr>
              <a:buFont typeface="OpenSymbol"/>
              <a:buChar char="»"/>
              <a:tabLst>
                <a:tab pos="0" algn="l"/>
              </a:tabLst>
            </a:pPr>
            <a:r>
              <a:rPr lang="fr-FR" sz="1600" b="0" u="none" strike="noStrike">
                <a:solidFill>
                  <a:schemeClr val="dk1"/>
                </a:solidFill>
                <a:effectLst/>
                <a:uFillTx/>
                <a:latin typeface="Arial"/>
                <a:ea typeface="ＭＳ Ｐゴシック"/>
              </a:rPr>
              <a:t>Cinquième niveau</a:t>
            </a:r>
            <a:endParaRPr lang="fr-FR" sz="1600" b="0" u="none" strike="noStrike">
              <a:solidFill>
                <a:schemeClr val="dk1"/>
              </a:solidFill>
              <a:effectLst/>
              <a:uFillTx/>
              <a:latin typeface="Arial"/>
            </a:endParaRPr>
          </a:p>
        </p:txBody>
      </p:sp>
      <p:sp>
        <p:nvSpPr>
          <p:cNvPr id="35" name="PlaceHolder 4"/>
          <p:cNvSpPr>
            <a:spLocks noGrp="1"/>
          </p:cNvSpPr>
          <p:nvPr>
            <p:ph type="body"/>
          </p:nvPr>
        </p:nvSpPr>
        <p:spPr>
          <a:xfrm>
            <a:off x="16713360" y="9750600"/>
            <a:ext cx="14541120" cy="4063680"/>
          </a:xfrm>
          <a:prstGeom prst="rect">
            <a:avLst/>
          </a:prstGeom>
          <a:noFill/>
          <a:ln w="0">
            <a:noFill/>
          </a:ln>
        </p:spPr>
        <p:txBody>
          <a:bodyPr numCol="1" spcCol="0" lIns="437040" tIns="218520" rIns="437040" bIns="218520" anchor="b">
            <a:noAutofit/>
          </a:bodyPr>
          <a:lstStyle>
            <a:lvl1pPr indent="0" algn="l" defTabSz="4368960">
              <a:lnSpc>
                <a:spcPct val="100000"/>
              </a:lnSpc>
              <a:spcBef>
                <a:spcPts val="479"/>
              </a:spcBef>
              <a:buNone/>
              <a:tabLst>
                <a:tab pos="0" algn="l"/>
              </a:tabLst>
              <a:defRPr lang="fr-FR" sz="2400" b="1" u="none" strike="noStrike">
                <a:solidFill>
                  <a:schemeClr val="dk1"/>
                </a:solidFill>
                <a:effectLst/>
                <a:uFillTx/>
                <a:latin typeface="Arial"/>
                <a:ea typeface="ＭＳ Ｐゴシック"/>
              </a:defRPr>
            </a:lvl1pPr>
          </a:lstStyle>
          <a:p>
            <a:pPr indent="0" algn="l" defTabSz="4368960">
              <a:lnSpc>
                <a:spcPct val="100000"/>
              </a:lnSpc>
              <a:spcBef>
                <a:spcPts val="479"/>
              </a:spcBef>
              <a:buNone/>
              <a:tabLst>
                <a:tab pos="0" algn="l"/>
              </a:tabLst>
            </a:pPr>
            <a:r>
              <a:rPr lang="fr-FR" sz="2400" b="1" u="none" strike="noStrike">
                <a:solidFill>
                  <a:schemeClr val="dk1"/>
                </a:solidFill>
                <a:effectLst/>
                <a:uFillTx/>
                <a:latin typeface="Arial"/>
                <a:ea typeface="ＭＳ Ｐゴシック"/>
              </a:rPr>
              <a:t>Cliquez pour modifier les styles du texte du masque</a:t>
            </a:r>
            <a:endParaRPr lang="fr-FR" sz="2400" b="0" u="none" strike="noStrike">
              <a:solidFill>
                <a:schemeClr val="dk1"/>
              </a:solidFill>
              <a:effectLst/>
              <a:uFillTx/>
              <a:latin typeface="Arial"/>
            </a:endParaRPr>
          </a:p>
        </p:txBody>
      </p:sp>
      <p:sp>
        <p:nvSpPr>
          <p:cNvPr id="36" name="PlaceHolder 5"/>
          <p:cNvSpPr>
            <a:spLocks noGrp="1"/>
          </p:cNvSpPr>
          <p:nvPr>
            <p:ph type="body"/>
          </p:nvPr>
        </p:nvSpPr>
        <p:spPr>
          <a:xfrm>
            <a:off x="16713360" y="13814280"/>
            <a:ext cx="14541120" cy="25099560"/>
          </a:xfrm>
          <a:prstGeom prst="rect">
            <a:avLst/>
          </a:prstGeom>
          <a:noFill/>
          <a:ln w="0">
            <a:noFill/>
          </a:ln>
        </p:spPr>
        <p:txBody>
          <a:bodyPr numCol="1" spcCol="0" lIns="437040" tIns="218520" rIns="437040" bIns="218520" anchor="t">
            <a:noAutofit/>
          </a:bodyPr>
          <a:lstStyle>
            <a:lvl1pPr algn="l" defTabSz="4368960">
              <a:lnSpc>
                <a:spcPct val="100000"/>
              </a:lnSpc>
              <a:spcBef>
                <a:spcPts val="479"/>
              </a:spcBef>
              <a:buClr>
                <a:srgbClr val="000000"/>
              </a:buClr>
              <a:buFont typeface="Symbol" charset="2"/>
              <a:buChar char=""/>
              <a:tabLst>
                <a:tab pos="0" algn="l"/>
              </a:tabLst>
              <a:defRPr lang="fr-FR" sz="2400" b="0" u="none" strike="noStrike">
                <a:solidFill>
                  <a:schemeClr val="dk1"/>
                </a:solidFill>
                <a:effectLst/>
                <a:uFillTx/>
                <a:latin typeface="Arial"/>
                <a:ea typeface="ＭＳ Ｐゴシック"/>
              </a:defRPr>
            </a:lvl1pPr>
            <a:lvl2pPr lvl="1" algn="l" defTabSz="4368960">
              <a:lnSpc>
                <a:spcPct val="100000"/>
              </a:lnSpc>
              <a:spcBef>
                <a:spcPts val="400"/>
              </a:spcBef>
              <a:buClr>
                <a:srgbClr val="000000"/>
              </a:buClr>
              <a:buFont typeface="Symbol" charset="2"/>
              <a:buChar char=""/>
              <a:tabLst>
                <a:tab pos="0" algn="l"/>
              </a:tabLst>
              <a:defRPr lang="fr-FR" sz="2000" b="0" u="none" strike="noStrike">
                <a:solidFill>
                  <a:schemeClr val="dk1"/>
                </a:solidFill>
                <a:effectLst/>
                <a:uFillTx/>
                <a:latin typeface="Arial"/>
                <a:ea typeface="ＭＳ Ｐゴシック"/>
              </a:defRPr>
            </a:lvl2pPr>
            <a:lvl3pPr lvl="2" algn="l" defTabSz="4368960">
              <a:lnSpc>
                <a:spcPct val="100000"/>
              </a:lnSpc>
              <a:spcBef>
                <a:spcPts val="360"/>
              </a:spcBef>
              <a:buClr>
                <a:srgbClr val="000000"/>
              </a:buClr>
              <a:buFont typeface="Symbol" charset="2"/>
              <a:buChar char=""/>
              <a:tabLst>
                <a:tab pos="0" algn="l"/>
              </a:tabLst>
              <a:defRPr lang="fr-FR" sz="1800" b="0" u="none" strike="noStrike">
                <a:solidFill>
                  <a:schemeClr val="dk1"/>
                </a:solidFill>
                <a:effectLst/>
                <a:uFillTx/>
                <a:latin typeface="Arial"/>
                <a:ea typeface="ＭＳ Ｐゴシック"/>
              </a:defRPr>
            </a:lvl3pPr>
            <a:lvl4pPr lvl="3" algn="l" defTabSz="4368960">
              <a:lnSpc>
                <a:spcPct val="100000"/>
              </a:lnSpc>
              <a:spcBef>
                <a:spcPts val="320"/>
              </a:spcBef>
              <a:buClr>
                <a:srgbClr val="000000"/>
              </a:buClr>
              <a:buFont typeface="Symbol" charset="2"/>
              <a:buChar char=""/>
              <a:tabLst>
                <a:tab pos="0" algn="l"/>
              </a:tabLst>
              <a:defRPr lang="fr-FR" sz="1600" b="0" u="none" strike="noStrike">
                <a:solidFill>
                  <a:schemeClr val="dk1"/>
                </a:solidFill>
                <a:effectLst/>
                <a:uFillTx/>
                <a:latin typeface="Arial"/>
                <a:ea typeface="ＭＳ Ｐゴシック"/>
              </a:defRPr>
            </a:lvl4pPr>
            <a:lvl5pPr lvl="4" algn="l" defTabSz="4368960">
              <a:lnSpc>
                <a:spcPct val="100000"/>
              </a:lnSpc>
              <a:spcBef>
                <a:spcPts val="320"/>
              </a:spcBef>
              <a:buClr>
                <a:srgbClr val="000000"/>
              </a:buClr>
              <a:buFont typeface="OpenSymbol"/>
              <a:buChar char="»"/>
              <a:tabLst>
                <a:tab pos="0" algn="l"/>
              </a:tabLst>
              <a:defRPr lang="fr-FR" sz="1600" b="0" u="none" strike="noStrike">
                <a:solidFill>
                  <a:schemeClr val="dk1"/>
                </a:solidFill>
                <a:effectLst/>
                <a:uFillTx/>
                <a:latin typeface="Arial"/>
                <a:ea typeface="ＭＳ Ｐゴシック"/>
              </a:defRPr>
            </a:lvl5pPr>
          </a:lstStyle>
          <a:p>
            <a:pPr marL="1638360" indent="-1638360" algn="l" defTabSz="4368960">
              <a:lnSpc>
                <a:spcPct val="100000"/>
              </a:lnSpc>
              <a:spcBef>
                <a:spcPts val="479"/>
              </a:spcBef>
              <a:buClr>
                <a:srgbClr val="000000"/>
              </a:buClr>
              <a:buFont typeface="Symbol" charset="2"/>
              <a:buChar char=""/>
              <a:tabLst>
                <a:tab pos="0" algn="l"/>
              </a:tabLst>
            </a:pPr>
            <a:r>
              <a:rPr lang="fr-FR" sz="2400" b="0" u="none" strike="noStrike">
                <a:solidFill>
                  <a:schemeClr val="dk1"/>
                </a:solidFill>
                <a:effectLst/>
                <a:uFillTx/>
                <a:latin typeface="Arial"/>
                <a:ea typeface="ＭＳ Ｐゴシック"/>
              </a:rPr>
              <a:t>Cliquez pour modifier les styles du texte du masque</a:t>
            </a:r>
            <a:endParaRPr lang="fr-FR" sz="2400" b="0" u="none" strike="noStrike">
              <a:solidFill>
                <a:schemeClr val="dk1"/>
              </a:solidFill>
              <a:effectLst/>
              <a:uFillTx/>
              <a:latin typeface="Arial"/>
            </a:endParaRPr>
          </a:p>
          <a:p>
            <a:pPr marL="3549600" lvl="1" indent="-1365120" algn="l" defTabSz="4368960">
              <a:lnSpc>
                <a:spcPct val="100000"/>
              </a:lnSpc>
              <a:spcBef>
                <a:spcPts val="400"/>
              </a:spcBef>
              <a:buClr>
                <a:srgbClr val="000000"/>
              </a:buClr>
              <a:buFont typeface="Symbol" charset="2"/>
              <a:buChar char=""/>
              <a:tabLst>
                <a:tab pos="0" algn="l"/>
              </a:tabLst>
            </a:pPr>
            <a:r>
              <a:rPr lang="fr-FR" sz="2000" b="0" u="none" strike="noStrike">
                <a:solidFill>
                  <a:schemeClr val="dk1"/>
                </a:solidFill>
                <a:effectLst/>
                <a:uFillTx/>
                <a:latin typeface="Arial"/>
                <a:ea typeface="ＭＳ Ｐゴシック"/>
              </a:rPr>
              <a:t>Deuxième niveau</a:t>
            </a:r>
            <a:endParaRPr lang="fr-FR" sz="2000" b="0" u="none" strike="noStrike">
              <a:solidFill>
                <a:schemeClr val="dk1"/>
              </a:solidFill>
              <a:effectLst/>
              <a:uFillTx/>
              <a:latin typeface="Arial"/>
            </a:endParaRPr>
          </a:p>
          <a:p>
            <a:pPr marL="5460840" lvl="2" indent="-1092240" algn="l" defTabSz="4368960">
              <a:lnSpc>
                <a:spcPct val="100000"/>
              </a:lnSpc>
              <a:spcBef>
                <a:spcPts val="360"/>
              </a:spcBef>
              <a:buClr>
                <a:srgbClr val="000000"/>
              </a:buClr>
              <a:buFont typeface="Symbol" charset="2"/>
              <a:buChar char=""/>
              <a:tabLst>
                <a:tab pos="0" algn="l"/>
              </a:tabLst>
            </a:pPr>
            <a:r>
              <a:rPr lang="fr-FR" sz="1800" b="0" u="none" strike="noStrike">
                <a:solidFill>
                  <a:schemeClr val="dk1"/>
                </a:solidFill>
                <a:effectLst/>
                <a:uFillTx/>
                <a:latin typeface="Arial"/>
                <a:ea typeface="ＭＳ Ｐゴシック"/>
              </a:rPr>
              <a:t>Troisième niveau</a:t>
            </a:r>
            <a:endParaRPr lang="fr-FR" sz="1800" b="0" u="none" strike="noStrike">
              <a:solidFill>
                <a:schemeClr val="dk1"/>
              </a:solidFill>
              <a:effectLst/>
              <a:uFillTx/>
              <a:latin typeface="Arial"/>
            </a:endParaRPr>
          </a:p>
          <a:p>
            <a:pPr marL="7645320" lvl="3" indent="-1092240" algn="l" defTabSz="4368960">
              <a:lnSpc>
                <a:spcPct val="100000"/>
              </a:lnSpc>
              <a:spcBef>
                <a:spcPts val="320"/>
              </a:spcBef>
              <a:buClr>
                <a:srgbClr val="000000"/>
              </a:buClr>
              <a:buFont typeface="Symbol" charset="2"/>
              <a:buChar char=""/>
              <a:tabLst>
                <a:tab pos="0" algn="l"/>
              </a:tabLst>
            </a:pPr>
            <a:r>
              <a:rPr lang="fr-FR" sz="1600" b="0" u="none" strike="noStrike">
                <a:solidFill>
                  <a:schemeClr val="dk1"/>
                </a:solidFill>
                <a:effectLst/>
                <a:uFillTx/>
                <a:latin typeface="Arial"/>
                <a:ea typeface="ＭＳ Ｐゴシック"/>
              </a:rPr>
              <a:t>Quatrième niveau</a:t>
            </a:r>
            <a:endParaRPr lang="fr-FR" sz="1600" b="0" u="none" strike="noStrike">
              <a:solidFill>
                <a:schemeClr val="dk1"/>
              </a:solidFill>
              <a:effectLst/>
              <a:uFillTx/>
              <a:latin typeface="Arial"/>
            </a:endParaRPr>
          </a:p>
          <a:p>
            <a:pPr marL="9831240" lvl="4" indent="-1093680" algn="l" defTabSz="4368960">
              <a:lnSpc>
                <a:spcPct val="100000"/>
              </a:lnSpc>
              <a:spcBef>
                <a:spcPts val="320"/>
              </a:spcBef>
              <a:buClr>
                <a:srgbClr val="000000"/>
              </a:buClr>
              <a:buFont typeface="OpenSymbol"/>
              <a:buChar char="»"/>
              <a:tabLst>
                <a:tab pos="0" algn="l"/>
              </a:tabLst>
            </a:pPr>
            <a:r>
              <a:rPr lang="fr-FR" sz="1600" b="0" u="none" strike="noStrike">
                <a:solidFill>
                  <a:schemeClr val="dk1"/>
                </a:solidFill>
                <a:effectLst/>
                <a:uFillTx/>
                <a:latin typeface="Arial"/>
                <a:ea typeface="ＭＳ Ｐゴシック"/>
              </a:rPr>
              <a:t>Cinquième niveau</a:t>
            </a:r>
            <a:endParaRPr lang="fr-FR" sz="1600" b="0" u="none" strike="noStrike">
              <a:solidFill>
                <a:schemeClr val="dk1"/>
              </a:solidFill>
              <a:effectLst/>
              <a:uFillTx/>
              <a:latin typeface="Arial"/>
            </a:endParaRPr>
          </a:p>
        </p:txBody>
      </p:sp>
      <p:sp>
        <p:nvSpPr>
          <p:cNvPr id="37" name="PlaceHolder 6"/>
          <p:cNvSpPr>
            <a:spLocks noGrp="1"/>
          </p:cNvSpPr>
          <p:nvPr>
            <p:ph type="dt" idx="19"/>
          </p:nvPr>
        </p:nvSpPr>
        <p:spPr>
          <a:xfrm>
            <a:off x="2467080" y="39690720"/>
            <a:ext cx="6854400" cy="2903040"/>
          </a:xfrm>
          <a:prstGeom prst="rect">
            <a:avLst/>
          </a:prstGeom>
          <a:noFill/>
          <a:ln w="0">
            <a:noFill/>
          </a:ln>
        </p:spPr>
        <p:txBody>
          <a:bodyPr numCol="1" spcCol="0" lIns="437040" tIns="218520" rIns="437040" bIns="21852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38" name="PlaceHolder 7"/>
          <p:cNvSpPr>
            <a:spLocks noGrp="1"/>
          </p:cNvSpPr>
          <p:nvPr>
            <p:ph type="ftr" idx="20"/>
          </p:nvPr>
        </p:nvSpPr>
        <p:spPr>
          <a:xfrm>
            <a:off x="11241000" y="39690720"/>
            <a:ext cx="10416960" cy="2903040"/>
          </a:xfrm>
          <a:prstGeom prst="rect">
            <a:avLst/>
          </a:prstGeom>
          <a:noFill/>
          <a:ln w="0">
            <a:noFill/>
          </a:ln>
        </p:spPr>
        <p:txBody>
          <a:bodyPr numCol="1" spcCol="0" lIns="437040" tIns="218520" rIns="437040" bIns="21852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23577480" y="39690720"/>
            <a:ext cx="6854400" cy="2903040"/>
          </a:xfrm>
          <a:prstGeom prst="rect">
            <a:avLst/>
          </a:prstGeom>
          <a:noFill/>
          <a:ln w="0">
            <a:noFill/>
          </a:ln>
        </p:spPr>
        <p:txBody>
          <a:bodyPr numCol="1" spcCol="0" lIns="437040" tIns="218520" rIns="437040" bIns="218520" anchor="t">
            <a:noAutofit/>
          </a:bodyPr>
          <a:lstStyle>
            <a:lvl1pPr indent="0" algn="r" defTabSz="4368960">
              <a:lnSpc>
                <a:spcPct val="100000"/>
              </a:lnSpc>
              <a:buNone/>
              <a:defRPr lang="fr-FR" sz="6700" b="0" u="none" strike="noStrike">
                <a:solidFill>
                  <a:schemeClr val="dk1"/>
                </a:solidFill>
                <a:effectLst/>
                <a:uFillTx/>
                <a:latin typeface="Arial"/>
                <a:ea typeface="ＭＳ Ｐゴシック"/>
              </a:defRPr>
            </a:lvl1pPr>
          </a:lstStyle>
          <a:p>
            <a:pPr indent="0" algn="r" defTabSz="4368960">
              <a:lnSpc>
                <a:spcPct val="100000"/>
              </a:lnSpc>
              <a:buNone/>
            </a:pPr>
            <a:fld id="{1C10CFA5-0312-4B53-A89C-74A67B733547}" type="slidenum">
              <a:rPr lang="fr-FR" sz="6700" b="0" u="none" strike="noStrike">
                <a:solidFill>
                  <a:schemeClr val="dk1"/>
                </a:solidFill>
                <a:effectLst/>
                <a:uFillTx/>
                <a:latin typeface="Arial"/>
                <a:ea typeface="ＭＳ Ｐゴシック"/>
              </a:rPr>
              <a:t>&lt;number&gt;</a:t>
            </a:fld>
            <a:endParaRPr lang="en-US" sz="67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re seul">
    <p:bg>
      <p:bgPr>
        <a:solidFill>
          <a:schemeClr val="lt1"/>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2467080" y="3871800"/>
            <a:ext cx="27965160" cy="7260840"/>
          </a:xfrm>
          <a:prstGeom prst="rect">
            <a:avLst/>
          </a:prstGeom>
          <a:noFill/>
          <a:ln w="0">
            <a:noFill/>
          </a:ln>
        </p:spPr>
        <p:txBody>
          <a:bodyPr numCol="1" spcCol="0" lIns="437040" tIns="218520" rIns="437040" bIns="218520" anchor="ctr">
            <a:noAutofit/>
          </a:bodyPr>
          <a:lstStyle>
            <a:lvl1pPr indent="0" algn="ctr" defTabSz="4368960">
              <a:lnSpc>
                <a:spcPct val="100000"/>
              </a:lnSpc>
              <a:buNone/>
              <a:defRPr lang="fr-FR" sz="21000" b="0" u="none" strike="noStrike">
                <a:solidFill>
                  <a:schemeClr val="dk2"/>
                </a:solidFill>
                <a:effectLst/>
                <a:uFillTx/>
                <a:latin typeface="Arial"/>
                <a:ea typeface="ＭＳ Ｐゴシック"/>
              </a:defRPr>
            </a:lvl1pPr>
          </a:lstStyle>
          <a:p>
            <a:pPr indent="0" algn="ctr" defTabSz="4368960">
              <a:lnSpc>
                <a:spcPct val="100000"/>
              </a:lnSpc>
              <a:buNone/>
            </a:pPr>
            <a:r>
              <a:rPr lang="fr-FR" sz="21000" b="0" u="none" strike="noStrike">
                <a:solidFill>
                  <a:schemeClr val="dk2"/>
                </a:solidFill>
                <a:effectLst/>
                <a:uFillTx/>
                <a:latin typeface="Arial"/>
                <a:ea typeface="ＭＳ Ｐゴシック"/>
              </a:rPr>
              <a:t>Cliquez pour modifier le style du titre</a:t>
            </a:r>
            <a:endParaRPr lang="fr-FR" sz="21000" b="0" u="none" strike="noStrike">
              <a:solidFill>
                <a:schemeClr val="dk2"/>
              </a:solidFill>
              <a:effectLst/>
              <a:uFillTx/>
              <a:latin typeface="Arial"/>
            </a:endParaRPr>
          </a:p>
        </p:txBody>
      </p:sp>
      <p:sp>
        <p:nvSpPr>
          <p:cNvPr id="41" name="PlaceHolder 2"/>
          <p:cNvSpPr>
            <a:spLocks noGrp="1"/>
          </p:cNvSpPr>
          <p:nvPr>
            <p:ph type="dt" idx="22"/>
          </p:nvPr>
        </p:nvSpPr>
        <p:spPr>
          <a:xfrm>
            <a:off x="2467080" y="39690720"/>
            <a:ext cx="6854400" cy="2903040"/>
          </a:xfrm>
          <a:prstGeom prst="rect">
            <a:avLst/>
          </a:prstGeom>
          <a:noFill/>
          <a:ln w="0">
            <a:noFill/>
          </a:ln>
        </p:spPr>
        <p:txBody>
          <a:bodyPr numCol="1" spcCol="0" lIns="437040" tIns="218520" rIns="437040" bIns="21852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42" name="PlaceHolder 3"/>
          <p:cNvSpPr>
            <a:spLocks noGrp="1"/>
          </p:cNvSpPr>
          <p:nvPr>
            <p:ph type="ftr" idx="23"/>
          </p:nvPr>
        </p:nvSpPr>
        <p:spPr>
          <a:xfrm>
            <a:off x="11241000" y="39690720"/>
            <a:ext cx="10416960" cy="2903040"/>
          </a:xfrm>
          <a:prstGeom prst="rect">
            <a:avLst/>
          </a:prstGeom>
          <a:noFill/>
          <a:ln w="0">
            <a:noFill/>
          </a:ln>
        </p:spPr>
        <p:txBody>
          <a:bodyPr numCol="1" spcCol="0" lIns="437040" tIns="218520" rIns="437040" bIns="21852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23577480" y="39690720"/>
            <a:ext cx="6854400" cy="2903040"/>
          </a:xfrm>
          <a:prstGeom prst="rect">
            <a:avLst/>
          </a:prstGeom>
          <a:noFill/>
          <a:ln w="0">
            <a:noFill/>
          </a:ln>
        </p:spPr>
        <p:txBody>
          <a:bodyPr numCol="1" spcCol="0" lIns="437040" tIns="218520" rIns="437040" bIns="218520" anchor="t">
            <a:noAutofit/>
          </a:bodyPr>
          <a:lstStyle>
            <a:lvl1pPr indent="0" algn="r" defTabSz="4368960">
              <a:lnSpc>
                <a:spcPct val="100000"/>
              </a:lnSpc>
              <a:buNone/>
              <a:defRPr lang="fr-FR" sz="6700" b="0" u="none" strike="noStrike">
                <a:solidFill>
                  <a:schemeClr val="dk1"/>
                </a:solidFill>
                <a:effectLst/>
                <a:uFillTx/>
                <a:latin typeface="Arial"/>
                <a:ea typeface="ＭＳ Ｐゴシック"/>
              </a:defRPr>
            </a:lvl1pPr>
          </a:lstStyle>
          <a:p>
            <a:pPr indent="0" algn="r" defTabSz="4368960">
              <a:lnSpc>
                <a:spcPct val="100000"/>
              </a:lnSpc>
              <a:buNone/>
            </a:pPr>
            <a:fld id="{99BB9D7C-A8BF-424D-BDDA-2A97136066B9}" type="slidenum">
              <a:rPr lang="fr-FR" sz="6700" b="0" u="none" strike="noStrike">
                <a:solidFill>
                  <a:schemeClr val="dk1"/>
                </a:solidFill>
                <a:effectLst/>
                <a:uFillTx/>
                <a:latin typeface="Arial"/>
                <a:ea typeface="ＭＳ Ｐゴシック"/>
              </a:rPr>
              <a:t>&lt;number&gt;</a:t>
            </a:fld>
            <a:endParaRPr lang="en-US" sz="67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ide">
    <p:bg>
      <p:bgPr>
        <a:solidFill>
          <a:schemeClr val="lt1"/>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2467080" y="39690720"/>
            <a:ext cx="6854400" cy="2903040"/>
          </a:xfrm>
          <a:prstGeom prst="rect">
            <a:avLst/>
          </a:prstGeom>
          <a:noFill/>
          <a:ln w="0">
            <a:noFill/>
          </a:ln>
        </p:spPr>
        <p:txBody>
          <a:bodyPr numCol="1" spcCol="0" lIns="437040" tIns="218520" rIns="437040" bIns="21852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45" name="PlaceHolder 2"/>
          <p:cNvSpPr>
            <a:spLocks noGrp="1"/>
          </p:cNvSpPr>
          <p:nvPr>
            <p:ph type="ftr" idx="26"/>
          </p:nvPr>
        </p:nvSpPr>
        <p:spPr>
          <a:xfrm>
            <a:off x="11241000" y="39690720"/>
            <a:ext cx="10416960" cy="2903040"/>
          </a:xfrm>
          <a:prstGeom prst="rect">
            <a:avLst/>
          </a:prstGeom>
          <a:noFill/>
          <a:ln w="0">
            <a:noFill/>
          </a:ln>
        </p:spPr>
        <p:txBody>
          <a:bodyPr numCol="1" spcCol="0" lIns="437040" tIns="218520" rIns="437040" bIns="21852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23577480" y="39690720"/>
            <a:ext cx="6854400" cy="2903040"/>
          </a:xfrm>
          <a:prstGeom prst="rect">
            <a:avLst/>
          </a:prstGeom>
          <a:noFill/>
          <a:ln w="0">
            <a:noFill/>
          </a:ln>
        </p:spPr>
        <p:txBody>
          <a:bodyPr numCol="1" spcCol="0" lIns="437040" tIns="218520" rIns="437040" bIns="218520" anchor="t">
            <a:noAutofit/>
          </a:bodyPr>
          <a:lstStyle>
            <a:lvl1pPr indent="0" algn="r" defTabSz="4368960">
              <a:lnSpc>
                <a:spcPct val="100000"/>
              </a:lnSpc>
              <a:buNone/>
              <a:defRPr lang="fr-FR" sz="6700" b="0" u="none" strike="noStrike">
                <a:solidFill>
                  <a:schemeClr val="dk1"/>
                </a:solidFill>
                <a:effectLst/>
                <a:uFillTx/>
                <a:latin typeface="Arial"/>
                <a:ea typeface="ＭＳ Ｐゴシック"/>
              </a:defRPr>
            </a:lvl1pPr>
          </a:lstStyle>
          <a:p>
            <a:pPr indent="0" algn="r" defTabSz="4368960">
              <a:lnSpc>
                <a:spcPct val="100000"/>
              </a:lnSpc>
              <a:buNone/>
            </a:pPr>
            <a:fld id="{C920E158-5484-449F-97F8-B54103761C6C}" type="slidenum">
              <a:rPr lang="fr-FR" sz="6700" b="0" u="none" strike="noStrike">
                <a:solidFill>
                  <a:schemeClr val="dk1"/>
                </a:solidFill>
                <a:effectLst/>
                <a:uFillTx/>
                <a:latin typeface="Arial"/>
                <a:ea typeface="ＭＳ Ｐゴシック"/>
              </a:rPr>
              <a:t>&lt;number&gt;</a:t>
            </a:fld>
            <a:endParaRPr lang="en-US" sz="67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u avec légende">
    <p:bg>
      <p:bgPr>
        <a:solidFill>
          <a:schemeClr val="lt1"/>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1644480" y="1735200"/>
            <a:ext cx="10823040" cy="7380000"/>
          </a:xfrm>
          <a:prstGeom prst="rect">
            <a:avLst/>
          </a:prstGeom>
          <a:noFill/>
          <a:ln w="0">
            <a:noFill/>
          </a:ln>
        </p:spPr>
        <p:txBody>
          <a:bodyPr numCol="1" spcCol="0" lIns="437040" tIns="218520" rIns="437040" bIns="218520" anchor="b">
            <a:noAutofit/>
          </a:bodyPr>
          <a:lstStyle>
            <a:lvl1pPr indent="0" algn="l" defTabSz="4368960">
              <a:lnSpc>
                <a:spcPct val="100000"/>
              </a:lnSpc>
              <a:buNone/>
              <a:defRPr lang="fr-FR" sz="2000" b="1" u="none" strike="noStrike">
                <a:solidFill>
                  <a:schemeClr val="dk2"/>
                </a:solidFill>
                <a:effectLst/>
                <a:uFillTx/>
                <a:latin typeface="Arial"/>
                <a:ea typeface="ＭＳ Ｐゴシック"/>
              </a:defRPr>
            </a:lvl1pPr>
          </a:lstStyle>
          <a:p>
            <a:pPr indent="0" algn="l" defTabSz="4368960">
              <a:lnSpc>
                <a:spcPct val="100000"/>
              </a:lnSpc>
              <a:buNone/>
            </a:pPr>
            <a:r>
              <a:rPr lang="fr-FR" sz="2000" b="1" u="none" strike="noStrike">
                <a:solidFill>
                  <a:schemeClr val="dk2"/>
                </a:solidFill>
                <a:effectLst/>
                <a:uFillTx/>
                <a:latin typeface="Arial"/>
                <a:ea typeface="ＭＳ Ｐゴシック"/>
              </a:rPr>
              <a:t>Cliquez pour modifier le style du titre</a:t>
            </a:r>
            <a:endParaRPr lang="fr-FR" sz="2000" b="1" u="none" strike="noStrike">
              <a:solidFill>
                <a:schemeClr val="dk2"/>
              </a:solidFill>
              <a:effectLst/>
              <a:uFillTx/>
              <a:latin typeface="Arial"/>
            </a:endParaRPr>
          </a:p>
        </p:txBody>
      </p:sp>
      <p:sp>
        <p:nvSpPr>
          <p:cNvPr id="48" name="PlaceHolder 2"/>
          <p:cNvSpPr>
            <a:spLocks noGrp="1"/>
          </p:cNvSpPr>
          <p:nvPr>
            <p:ph type="body"/>
          </p:nvPr>
        </p:nvSpPr>
        <p:spPr>
          <a:xfrm>
            <a:off x="12863520" y="1735200"/>
            <a:ext cx="18390960" cy="37179000"/>
          </a:xfrm>
          <a:prstGeom prst="rect">
            <a:avLst/>
          </a:prstGeom>
          <a:noFill/>
          <a:ln w="0">
            <a:noFill/>
          </a:ln>
        </p:spPr>
        <p:txBody>
          <a:bodyPr numCol="1" spcCol="0" lIns="437040" tIns="218520" rIns="437040" bIns="218520" anchor="t">
            <a:noAutofit/>
          </a:bodyPr>
          <a:lstStyle>
            <a:lvl1pPr algn="l" defTabSz="4368960">
              <a:lnSpc>
                <a:spcPct val="100000"/>
              </a:lnSpc>
              <a:spcBef>
                <a:spcPts val="641"/>
              </a:spcBef>
              <a:buClr>
                <a:srgbClr val="000000"/>
              </a:buClr>
              <a:buFont typeface="Symbol" charset="2"/>
              <a:buChar char=""/>
              <a:defRPr lang="fr-FR" sz="3200" b="0" u="none" strike="noStrike">
                <a:solidFill>
                  <a:schemeClr val="dk1"/>
                </a:solidFill>
                <a:effectLst/>
                <a:uFillTx/>
                <a:latin typeface="Arial"/>
                <a:ea typeface="ＭＳ Ｐゴシック"/>
              </a:defRPr>
            </a:lvl1pPr>
            <a:lvl2pPr lvl="1" algn="l" defTabSz="4368960">
              <a:lnSpc>
                <a:spcPct val="100000"/>
              </a:lnSpc>
              <a:spcBef>
                <a:spcPts val="561"/>
              </a:spcBef>
              <a:buClr>
                <a:srgbClr val="000000"/>
              </a:buClr>
              <a:buFont typeface="Symbol" charset="2"/>
              <a:buChar char=""/>
              <a:defRPr lang="fr-FR" sz="2800" b="0" u="none" strike="noStrike">
                <a:solidFill>
                  <a:schemeClr val="dk1"/>
                </a:solidFill>
                <a:effectLst/>
                <a:uFillTx/>
                <a:latin typeface="Arial"/>
                <a:ea typeface="ＭＳ Ｐゴシック"/>
              </a:defRPr>
            </a:lvl2pPr>
            <a:lvl3pPr lvl="2" algn="l" defTabSz="4368960">
              <a:lnSpc>
                <a:spcPct val="100000"/>
              </a:lnSpc>
              <a:spcBef>
                <a:spcPts val="479"/>
              </a:spcBef>
              <a:buClr>
                <a:srgbClr val="000000"/>
              </a:buClr>
              <a:buFont typeface="Symbol" charset="2"/>
              <a:buChar char=""/>
              <a:defRPr lang="fr-FR" sz="2400" b="0" u="none" strike="noStrike">
                <a:solidFill>
                  <a:schemeClr val="dk1"/>
                </a:solidFill>
                <a:effectLst/>
                <a:uFillTx/>
                <a:latin typeface="Arial"/>
                <a:ea typeface="ＭＳ Ｐゴシック"/>
              </a:defRPr>
            </a:lvl3pPr>
            <a:lvl4pPr lvl="3" algn="l" defTabSz="4368960">
              <a:lnSpc>
                <a:spcPct val="100000"/>
              </a:lnSpc>
              <a:spcBef>
                <a:spcPts val="400"/>
              </a:spcBef>
              <a:buClr>
                <a:srgbClr val="000000"/>
              </a:buClr>
              <a:buFont typeface="Symbol" charset="2"/>
              <a:buChar char=""/>
              <a:defRPr lang="fr-FR" sz="2000" b="0" u="none" strike="noStrike">
                <a:solidFill>
                  <a:schemeClr val="dk1"/>
                </a:solidFill>
                <a:effectLst/>
                <a:uFillTx/>
                <a:latin typeface="Arial"/>
                <a:ea typeface="ＭＳ Ｐゴシック"/>
              </a:defRPr>
            </a:lvl4pPr>
            <a:lvl5pPr lvl="4" algn="l" defTabSz="4368960">
              <a:lnSpc>
                <a:spcPct val="100000"/>
              </a:lnSpc>
              <a:spcBef>
                <a:spcPts val="400"/>
              </a:spcBef>
              <a:buClr>
                <a:srgbClr val="000000"/>
              </a:buClr>
              <a:buFont typeface="OpenSymbol"/>
              <a:buChar char="»"/>
              <a:defRPr lang="fr-FR" sz="2000" b="0" u="none" strike="noStrike">
                <a:solidFill>
                  <a:schemeClr val="dk1"/>
                </a:solidFill>
                <a:effectLst/>
                <a:uFillTx/>
                <a:latin typeface="Arial"/>
                <a:ea typeface="ＭＳ Ｐゴシック"/>
              </a:defRPr>
            </a:lvl5pPr>
          </a:lstStyle>
          <a:p>
            <a:pPr marL="1638360" indent="-1638360" algn="l" defTabSz="4368960">
              <a:lnSpc>
                <a:spcPct val="100000"/>
              </a:lnSpc>
              <a:spcBef>
                <a:spcPts val="641"/>
              </a:spcBef>
              <a:buClr>
                <a:srgbClr val="000000"/>
              </a:buClr>
              <a:buFont typeface="Symbol" charset="2"/>
              <a:buChar char=""/>
            </a:pPr>
            <a:r>
              <a:rPr lang="fr-FR" sz="3200" b="0" u="none" strike="noStrike">
                <a:solidFill>
                  <a:schemeClr val="dk1"/>
                </a:solidFill>
                <a:effectLst/>
                <a:uFillTx/>
                <a:latin typeface="Arial"/>
                <a:ea typeface="ＭＳ Ｐゴシック"/>
              </a:rPr>
              <a:t>Cliquez pour modifier les styles du texte du masque</a:t>
            </a:r>
            <a:endParaRPr lang="fr-FR" sz="3200" b="0" u="none" strike="noStrike">
              <a:solidFill>
                <a:schemeClr val="dk1"/>
              </a:solidFill>
              <a:effectLst/>
              <a:uFillTx/>
              <a:latin typeface="Arial"/>
            </a:endParaRPr>
          </a:p>
          <a:p>
            <a:pPr marL="3549600" lvl="1" indent="-1365120" algn="l" defTabSz="4368960">
              <a:lnSpc>
                <a:spcPct val="100000"/>
              </a:lnSpc>
              <a:spcBef>
                <a:spcPts val="561"/>
              </a:spcBef>
              <a:buClr>
                <a:srgbClr val="000000"/>
              </a:buClr>
              <a:buFont typeface="Symbol" charset="2"/>
              <a:buChar char=""/>
            </a:pPr>
            <a:r>
              <a:rPr lang="fr-FR" sz="2800" b="0" u="none" strike="noStrike">
                <a:solidFill>
                  <a:schemeClr val="dk1"/>
                </a:solidFill>
                <a:effectLst/>
                <a:uFillTx/>
                <a:latin typeface="Arial"/>
                <a:ea typeface="ＭＳ Ｐゴシック"/>
              </a:rPr>
              <a:t>Deuxième niveau</a:t>
            </a:r>
            <a:endParaRPr lang="fr-FR" sz="2800" b="0" u="none" strike="noStrike">
              <a:solidFill>
                <a:schemeClr val="dk1"/>
              </a:solidFill>
              <a:effectLst/>
              <a:uFillTx/>
              <a:latin typeface="Arial"/>
            </a:endParaRPr>
          </a:p>
          <a:p>
            <a:pPr marL="5460840" lvl="2" indent="-1092240" algn="l" defTabSz="4368960">
              <a:lnSpc>
                <a:spcPct val="100000"/>
              </a:lnSpc>
              <a:spcBef>
                <a:spcPts val="479"/>
              </a:spcBef>
              <a:buClr>
                <a:srgbClr val="000000"/>
              </a:buClr>
              <a:buFont typeface="Symbol" charset="2"/>
              <a:buChar char=""/>
            </a:pPr>
            <a:r>
              <a:rPr lang="fr-FR" sz="2400" b="0" u="none" strike="noStrike">
                <a:solidFill>
                  <a:schemeClr val="dk1"/>
                </a:solidFill>
                <a:effectLst/>
                <a:uFillTx/>
                <a:latin typeface="Arial"/>
                <a:ea typeface="ＭＳ Ｐゴシック"/>
              </a:rPr>
              <a:t>Troisième niveau</a:t>
            </a:r>
            <a:endParaRPr lang="fr-FR" sz="2400" b="0" u="none" strike="noStrike">
              <a:solidFill>
                <a:schemeClr val="dk1"/>
              </a:solidFill>
              <a:effectLst/>
              <a:uFillTx/>
              <a:latin typeface="Arial"/>
            </a:endParaRPr>
          </a:p>
          <a:p>
            <a:pPr marL="7645320" lvl="3" indent="-1092240" algn="l" defTabSz="4368960">
              <a:lnSpc>
                <a:spcPct val="100000"/>
              </a:lnSpc>
              <a:spcBef>
                <a:spcPts val="400"/>
              </a:spcBef>
              <a:buClr>
                <a:srgbClr val="000000"/>
              </a:buClr>
              <a:buFont typeface="Symbol" charset="2"/>
              <a:buChar char=""/>
            </a:pPr>
            <a:r>
              <a:rPr lang="fr-FR" sz="2000" b="0" u="none" strike="noStrike">
                <a:solidFill>
                  <a:schemeClr val="dk1"/>
                </a:solidFill>
                <a:effectLst/>
                <a:uFillTx/>
                <a:latin typeface="Arial"/>
                <a:ea typeface="ＭＳ Ｐゴシック"/>
              </a:rPr>
              <a:t>Quatrième niveau</a:t>
            </a:r>
            <a:endParaRPr lang="fr-FR" sz="2000" b="0" u="none" strike="noStrike">
              <a:solidFill>
                <a:schemeClr val="dk1"/>
              </a:solidFill>
              <a:effectLst/>
              <a:uFillTx/>
              <a:latin typeface="Arial"/>
            </a:endParaRPr>
          </a:p>
          <a:p>
            <a:pPr marL="9831240" lvl="4" indent="-1093680" algn="l" defTabSz="4368960">
              <a:lnSpc>
                <a:spcPct val="100000"/>
              </a:lnSpc>
              <a:spcBef>
                <a:spcPts val="400"/>
              </a:spcBef>
              <a:buClr>
                <a:srgbClr val="000000"/>
              </a:buClr>
              <a:buFont typeface="OpenSymbol"/>
              <a:buChar char="»"/>
            </a:pPr>
            <a:r>
              <a:rPr lang="fr-FR" sz="2000" b="0" u="none" strike="noStrike">
                <a:solidFill>
                  <a:schemeClr val="dk1"/>
                </a:solidFill>
                <a:effectLst/>
                <a:uFillTx/>
                <a:latin typeface="Arial"/>
                <a:ea typeface="ＭＳ Ｐゴシック"/>
              </a:rPr>
              <a:t>Cinquième niveau</a:t>
            </a:r>
            <a:endParaRPr lang="fr-FR" sz="2000" b="0" u="none" strike="noStrike">
              <a:solidFill>
                <a:schemeClr val="dk1"/>
              </a:solidFill>
              <a:effectLst/>
              <a:uFillTx/>
              <a:latin typeface="Arial"/>
            </a:endParaRPr>
          </a:p>
        </p:txBody>
      </p:sp>
      <p:sp>
        <p:nvSpPr>
          <p:cNvPr id="49" name="PlaceHolder 3"/>
          <p:cNvSpPr>
            <a:spLocks noGrp="1"/>
          </p:cNvSpPr>
          <p:nvPr>
            <p:ph type="body"/>
          </p:nvPr>
        </p:nvSpPr>
        <p:spPr>
          <a:xfrm>
            <a:off x="1644480" y="9115560"/>
            <a:ext cx="10823040" cy="29798640"/>
          </a:xfrm>
          <a:prstGeom prst="rect">
            <a:avLst/>
          </a:prstGeom>
          <a:noFill/>
          <a:ln w="0">
            <a:noFill/>
          </a:ln>
        </p:spPr>
        <p:txBody>
          <a:bodyPr numCol="1" spcCol="0" lIns="437040" tIns="218520" rIns="437040" bIns="218520" anchor="t">
            <a:noAutofit/>
          </a:bodyPr>
          <a:lstStyle>
            <a:lvl1pPr indent="0" algn="l" defTabSz="4368960">
              <a:lnSpc>
                <a:spcPct val="100000"/>
              </a:lnSpc>
              <a:spcBef>
                <a:spcPts val="281"/>
              </a:spcBef>
              <a:buNone/>
              <a:tabLst>
                <a:tab pos="0" algn="l"/>
              </a:tabLst>
              <a:defRPr lang="fr-FR" sz="1400" b="0" u="none" strike="noStrike">
                <a:solidFill>
                  <a:schemeClr val="dk1"/>
                </a:solidFill>
                <a:effectLst/>
                <a:uFillTx/>
                <a:latin typeface="Arial"/>
                <a:ea typeface="ＭＳ Ｐゴシック"/>
              </a:defRPr>
            </a:lvl1pPr>
          </a:lstStyle>
          <a:p>
            <a:pPr indent="0" algn="l" defTabSz="4368960">
              <a:lnSpc>
                <a:spcPct val="100000"/>
              </a:lnSpc>
              <a:spcBef>
                <a:spcPts val="281"/>
              </a:spcBef>
              <a:buNone/>
              <a:tabLst>
                <a:tab pos="0" algn="l"/>
              </a:tabLst>
            </a:pPr>
            <a:r>
              <a:rPr lang="fr-FR" sz="1400" b="0" u="none" strike="noStrike">
                <a:solidFill>
                  <a:schemeClr val="dk1"/>
                </a:solidFill>
                <a:effectLst/>
                <a:uFillTx/>
                <a:latin typeface="Arial"/>
                <a:ea typeface="ＭＳ Ｐゴシック"/>
              </a:rPr>
              <a:t>Cliquez pour modifier les styles du texte du masque</a:t>
            </a:r>
            <a:endParaRPr lang="fr-FR" sz="1400" b="0" u="none" strike="noStrike">
              <a:solidFill>
                <a:schemeClr val="dk1"/>
              </a:solidFill>
              <a:effectLst/>
              <a:uFillTx/>
              <a:latin typeface="Arial"/>
            </a:endParaRPr>
          </a:p>
        </p:txBody>
      </p:sp>
      <p:sp>
        <p:nvSpPr>
          <p:cNvPr id="50" name="PlaceHolder 4"/>
          <p:cNvSpPr>
            <a:spLocks noGrp="1"/>
          </p:cNvSpPr>
          <p:nvPr>
            <p:ph type="dt" idx="28"/>
          </p:nvPr>
        </p:nvSpPr>
        <p:spPr>
          <a:xfrm>
            <a:off x="2467080" y="39690720"/>
            <a:ext cx="6854400" cy="2903040"/>
          </a:xfrm>
          <a:prstGeom prst="rect">
            <a:avLst/>
          </a:prstGeom>
          <a:noFill/>
          <a:ln w="0">
            <a:noFill/>
          </a:ln>
        </p:spPr>
        <p:txBody>
          <a:bodyPr numCol="1" spcCol="0" lIns="437040" tIns="218520" rIns="437040" bIns="21852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1" name="PlaceHolder 5"/>
          <p:cNvSpPr>
            <a:spLocks noGrp="1"/>
          </p:cNvSpPr>
          <p:nvPr>
            <p:ph type="ftr" idx="29"/>
          </p:nvPr>
        </p:nvSpPr>
        <p:spPr>
          <a:xfrm>
            <a:off x="11241000" y="39690720"/>
            <a:ext cx="10416960" cy="2903040"/>
          </a:xfrm>
          <a:prstGeom prst="rect">
            <a:avLst/>
          </a:prstGeom>
          <a:noFill/>
          <a:ln w="0">
            <a:noFill/>
          </a:ln>
        </p:spPr>
        <p:txBody>
          <a:bodyPr numCol="1" spcCol="0" lIns="437040" tIns="218520" rIns="437040" bIns="21852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2" name="PlaceHolder 6"/>
          <p:cNvSpPr>
            <a:spLocks noGrp="1"/>
          </p:cNvSpPr>
          <p:nvPr>
            <p:ph type="sldNum" idx="30"/>
          </p:nvPr>
        </p:nvSpPr>
        <p:spPr>
          <a:xfrm>
            <a:off x="23577480" y="39690720"/>
            <a:ext cx="6854400" cy="2903040"/>
          </a:xfrm>
          <a:prstGeom prst="rect">
            <a:avLst/>
          </a:prstGeom>
          <a:noFill/>
          <a:ln w="0">
            <a:noFill/>
          </a:ln>
        </p:spPr>
        <p:txBody>
          <a:bodyPr numCol="1" spcCol="0" lIns="437040" tIns="218520" rIns="437040" bIns="218520" anchor="t">
            <a:noAutofit/>
          </a:bodyPr>
          <a:lstStyle>
            <a:lvl1pPr indent="0" algn="r" defTabSz="4368960">
              <a:lnSpc>
                <a:spcPct val="100000"/>
              </a:lnSpc>
              <a:buNone/>
              <a:defRPr lang="fr-FR" sz="6700" b="0" u="none" strike="noStrike">
                <a:solidFill>
                  <a:schemeClr val="dk1"/>
                </a:solidFill>
                <a:effectLst/>
                <a:uFillTx/>
                <a:latin typeface="Arial"/>
                <a:ea typeface="ＭＳ Ｐゴシック"/>
              </a:defRPr>
            </a:lvl1pPr>
          </a:lstStyle>
          <a:p>
            <a:pPr indent="0" algn="r" defTabSz="4368960">
              <a:lnSpc>
                <a:spcPct val="100000"/>
              </a:lnSpc>
              <a:buNone/>
            </a:pPr>
            <a:fld id="{9A659A58-9BEF-41EB-9BC8-A6DD4450E424}" type="slidenum">
              <a:rPr lang="fr-FR" sz="6700" b="0" u="none" strike="noStrike">
                <a:solidFill>
                  <a:schemeClr val="dk1"/>
                </a:solidFill>
                <a:effectLst/>
                <a:uFillTx/>
                <a:latin typeface="Arial"/>
                <a:ea typeface="ＭＳ Ｐゴシック"/>
              </a:rPr>
              <a:t>&lt;number&gt;</a:t>
            </a:fld>
            <a:endParaRPr lang="en-US" sz="67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 avec légende">
    <p:bg>
      <p:bgPr>
        <a:solidFill>
          <a:schemeClr val="lt1"/>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6448320" y="30494160"/>
            <a:ext cx="19738440" cy="3598560"/>
          </a:xfrm>
          <a:prstGeom prst="rect">
            <a:avLst/>
          </a:prstGeom>
          <a:noFill/>
          <a:ln w="0">
            <a:noFill/>
          </a:ln>
        </p:spPr>
        <p:txBody>
          <a:bodyPr numCol="1" spcCol="0" lIns="437040" tIns="218520" rIns="437040" bIns="218520" anchor="b">
            <a:noAutofit/>
          </a:bodyPr>
          <a:lstStyle>
            <a:lvl1pPr indent="0" algn="l" defTabSz="4368960">
              <a:lnSpc>
                <a:spcPct val="100000"/>
              </a:lnSpc>
              <a:buNone/>
              <a:defRPr lang="fr-FR" sz="2000" b="1" u="none" strike="noStrike">
                <a:solidFill>
                  <a:schemeClr val="dk2"/>
                </a:solidFill>
                <a:effectLst/>
                <a:uFillTx/>
                <a:latin typeface="Arial"/>
                <a:ea typeface="ＭＳ Ｐゴシック"/>
              </a:defRPr>
            </a:lvl1pPr>
          </a:lstStyle>
          <a:p>
            <a:pPr indent="0" algn="l" defTabSz="4368960">
              <a:lnSpc>
                <a:spcPct val="100000"/>
              </a:lnSpc>
              <a:buNone/>
            </a:pPr>
            <a:r>
              <a:rPr lang="fr-FR" sz="2000" b="1" u="none" strike="noStrike">
                <a:solidFill>
                  <a:schemeClr val="dk2"/>
                </a:solidFill>
                <a:effectLst/>
                <a:uFillTx/>
                <a:latin typeface="Arial"/>
                <a:ea typeface="ＭＳ Ｐゴシック"/>
              </a:rPr>
              <a:t>Cliquez pour modifier le style du titre</a:t>
            </a:r>
            <a:endParaRPr lang="fr-FR" sz="2000" b="1" u="none" strike="noStrike">
              <a:solidFill>
                <a:schemeClr val="dk2"/>
              </a:solidFill>
              <a:effectLst/>
              <a:uFillTx/>
              <a:latin typeface="Arial"/>
            </a:endParaRPr>
          </a:p>
        </p:txBody>
      </p:sp>
      <p:sp>
        <p:nvSpPr>
          <p:cNvPr id="54" name="PlaceHolder 2"/>
          <p:cNvSpPr>
            <a:spLocks noGrp="1"/>
          </p:cNvSpPr>
          <p:nvPr>
            <p:ph type="body"/>
          </p:nvPr>
        </p:nvSpPr>
        <p:spPr>
          <a:xfrm>
            <a:off x="6448320" y="3892680"/>
            <a:ext cx="19738440" cy="26137800"/>
          </a:xfrm>
          <a:prstGeom prst="rect">
            <a:avLst/>
          </a:prstGeom>
          <a:noFill/>
          <a:ln w="0">
            <a:noFill/>
          </a:ln>
        </p:spPr>
        <p:txBody>
          <a:bodyPr lIns="90000" tIns="45000" rIns="90000" bIns="45000" anchor="t">
            <a:noAutofit/>
          </a:bodyPr>
          <a:lstStyle>
            <a:lvl1pPr algn="l" defTabSz="4368960">
              <a:spcBef>
                <a:spcPts val="281"/>
              </a:spcBef>
              <a:buClr>
                <a:srgbClr val="000000"/>
              </a:buClr>
              <a:buSzPct val="45000"/>
              <a:buFont typeface="Wingdings" charset="2"/>
              <a:buChar char=""/>
              <a:tabLst>
                <a:tab pos="0" algn="l"/>
              </a:tabLst>
              <a:defRPr lang="fr-FR" sz="3200" b="0" u="none" strike="noStrike">
                <a:solidFill>
                  <a:schemeClr val="dk1"/>
                </a:solidFill>
                <a:effectLst/>
                <a:uFillTx/>
                <a:latin typeface="Arial"/>
              </a:defRPr>
            </a:lvl1pPr>
            <a:lvl2pPr lvl="1" algn="l" defTabSz="4368960">
              <a:spcBef>
                <a:spcPts val="1134"/>
              </a:spcBef>
              <a:buClr>
                <a:srgbClr val="000000"/>
              </a:buClr>
              <a:buSzPct val="75000"/>
              <a:buFont typeface="Symbol" charset="2"/>
              <a:buChar char=""/>
              <a:tabLst>
                <a:tab pos="0" algn="l"/>
              </a:tabLst>
              <a:defRPr lang="fr-FR" sz="3200" b="0" u="none" strike="noStrike">
                <a:solidFill>
                  <a:schemeClr val="dk1"/>
                </a:solidFill>
                <a:effectLst/>
                <a:uFillTx/>
                <a:latin typeface="Arial"/>
              </a:defRPr>
            </a:lvl2pPr>
            <a:lvl3pPr lvl="2" algn="l" defTabSz="4368960">
              <a:spcBef>
                <a:spcPts val="850"/>
              </a:spcBef>
              <a:buClr>
                <a:srgbClr val="000000"/>
              </a:buClr>
              <a:buSzPct val="45000"/>
              <a:buFont typeface="Wingdings" charset="2"/>
              <a:buChar char=""/>
              <a:tabLst>
                <a:tab pos="0" algn="l"/>
              </a:tabLst>
              <a:defRPr lang="fr-FR" sz="3200" b="0" u="none" strike="noStrike">
                <a:solidFill>
                  <a:schemeClr val="dk1"/>
                </a:solidFill>
                <a:effectLst/>
                <a:uFillTx/>
                <a:latin typeface="Arial"/>
              </a:defRPr>
            </a:lvl3pPr>
            <a:lvl4pPr lvl="3" algn="l" defTabSz="4368960">
              <a:spcBef>
                <a:spcPts val="567"/>
              </a:spcBef>
              <a:buClr>
                <a:srgbClr val="000000"/>
              </a:buClr>
              <a:buSzPct val="75000"/>
              <a:buFont typeface="Symbol" charset="2"/>
              <a:buChar char=""/>
              <a:tabLst>
                <a:tab pos="0" algn="l"/>
              </a:tabLst>
              <a:defRPr lang="fr-FR" sz="3200" b="0" u="none" strike="noStrike">
                <a:solidFill>
                  <a:schemeClr val="dk1"/>
                </a:solidFill>
                <a:effectLst/>
                <a:uFillTx/>
                <a:latin typeface="Arial"/>
              </a:defRPr>
            </a:lvl4pPr>
            <a:lvl5pPr lvl="4" algn="l" defTabSz="4368960">
              <a:spcBef>
                <a:spcPts val="283"/>
              </a:spcBef>
              <a:buClr>
                <a:srgbClr val="000000"/>
              </a:buClr>
              <a:buSzPct val="45000"/>
              <a:buFont typeface="Wingdings" charset="2"/>
              <a:buChar char=""/>
              <a:tabLst>
                <a:tab pos="0" algn="l"/>
              </a:tabLst>
              <a:defRPr lang="fr-FR" sz="3200" b="0" u="none" strike="noStrike">
                <a:solidFill>
                  <a:schemeClr val="dk1"/>
                </a:solidFill>
                <a:effectLst/>
                <a:uFillTx/>
                <a:latin typeface="Arial"/>
              </a:defRPr>
            </a:lvl5pPr>
            <a:lvl6pPr lvl="5" algn="l" defTabSz="4368960">
              <a:spcBef>
                <a:spcPts val="283"/>
              </a:spcBef>
              <a:buClr>
                <a:srgbClr val="000000"/>
              </a:buClr>
              <a:buSzPct val="45000"/>
              <a:buFont typeface="Wingdings" charset="2"/>
              <a:buChar char=""/>
              <a:tabLst>
                <a:tab pos="0" algn="l"/>
              </a:tabLst>
              <a:defRPr lang="fr-FR" sz="3200" b="0" u="none" strike="noStrike">
                <a:solidFill>
                  <a:schemeClr val="dk1"/>
                </a:solidFill>
                <a:effectLst/>
                <a:uFillTx/>
                <a:latin typeface="Arial"/>
              </a:defRPr>
            </a:lvl6pPr>
            <a:lvl7pPr lvl="6" algn="l" defTabSz="4368960">
              <a:spcBef>
                <a:spcPts val="283"/>
              </a:spcBef>
              <a:buClr>
                <a:srgbClr val="000000"/>
              </a:buClr>
              <a:buSzPct val="45000"/>
              <a:buFont typeface="Wingdings" charset="2"/>
              <a:buChar char=""/>
              <a:tabLst>
                <a:tab pos="0" algn="l"/>
              </a:tabLst>
              <a:defRPr lang="fr-FR" sz="3200" b="0" u="none" strike="noStrike">
                <a:solidFill>
                  <a:schemeClr val="dk1"/>
                </a:solidFill>
                <a:effectLst/>
                <a:uFillTx/>
                <a:latin typeface="Arial"/>
              </a:defRPr>
            </a:lvl7pPr>
          </a:lstStyle>
          <a:p>
            <a:pPr algn="l" defTabSz="4368960">
              <a:spcBef>
                <a:spcPts val="281"/>
              </a:spcBef>
              <a:buClr>
                <a:srgbClr val="000000"/>
              </a:buClr>
              <a:buSzPct val="45000"/>
              <a:buFont typeface="Wingdings" charset="2"/>
              <a:buChar char=""/>
              <a:tabLst>
                <a:tab pos="0" algn="l"/>
              </a:tabLst>
            </a:pPr>
            <a:r>
              <a:rPr lang="fr-FR" sz="3200" b="0" u="none" strike="noStrike">
                <a:solidFill>
                  <a:schemeClr val="dk1"/>
                </a:solidFill>
                <a:effectLst/>
                <a:uFillTx/>
                <a:latin typeface="Arial"/>
              </a:rPr>
              <a:t>Click to edit the outline text format</a:t>
            </a:r>
            <a:endParaRPr lang="fr-FR" sz="3200" b="0" u="none" strike="noStrike">
              <a:solidFill>
                <a:schemeClr val="dk1"/>
              </a:solidFill>
              <a:effectLst/>
              <a:uFillTx/>
              <a:latin typeface="Arial"/>
            </a:endParaRPr>
          </a:p>
          <a:p>
            <a:pPr marL="457200" lvl="1" algn="l" defTabSz="4368960">
              <a:spcBef>
                <a:spcPts val="1134"/>
              </a:spcBef>
              <a:buClr>
                <a:srgbClr val="000000"/>
              </a:buClr>
              <a:buSzPct val="75000"/>
              <a:buFont typeface="Symbol" charset="2"/>
              <a:buChar char=""/>
              <a:tabLst>
                <a:tab pos="0" algn="l"/>
              </a:tabLst>
            </a:pPr>
            <a:r>
              <a:rPr lang="fr-FR" sz="3200" b="0" u="none" strike="noStrike">
                <a:solidFill>
                  <a:schemeClr val="dk1"/>
                </a:solidFill>
                <a:effectLst/>
                <a:uFillTx/>
                <a:latin typeface="Arial"/>
              </a:rPr>
              <a:t>Second Outline Level</a:t>
            </a:r>
            <a:endParaRPr lang="fr-FR" sz="3200" b="0" u="none" strike="noStrike">
              <a:solidFill>
                <a:schemeClr val="dk1"/>
              </a:solidFill>
              <a:effectLst/>
              <a:uFillTx/>
              <a:latin typeface="Arial"/>
            </a:endParaRPr>
          </a:p>
          <a:p>
            <a:pPr marL="914400" lvl="2" algn="l" defTabSz="4368960">
              <a:spcBef>
                <a:spcPts val="850"/>
              </a:spcBef>
              <a:buClr>
                <a:srgbClr val="000000"/>
              </a:buClr>
              <a:buSzPct val="45000"/>
              <a:buFont typeface="Wingdings" charset="2"/>
              <a:buChar char=""/>
              <a:tabLst>
                <a:tab pos="0" algn="l"/>
              </a:tabLst>
            </a:pPr>
            <a:r>
              <a:rPr lang="fr-FR" sz="3200" b="0" u="none" strike="noStrike">
                <a:solidFill>
                  <a:schemeClr val="dk1"/>
                </a:solidFill>
                <a:effectLst/>
                <a:uFillTx/>
                <a:latin typeface="Arial"/>
              </a:rPr>
              <a:t>Third Outline Level</a:t>
            </a:r>
            <a:endParaRPr lang="fr-FR" sz="3200" b="0" u="none" strike="noStrike">
              <a:solidFill>
                <a:schemeClr val="dk1"/>
              </a:solidFill>
              <a:effectLst/>
              <a:uFillTx/>
              <a:latin typeface="Arial"/>
            </a:endParaRPr>
          </a:p>
          <a:p>
            <a:pPr marL="1371600" lvl="3" algn="l" defTabSz="4368960">
              <a:spcBef>
                <a:spcPts val="567"/>
              </a:spcBef>
              <a:buClr>
                <a:srgbClr val="000000"/>
              </a:buClr>
              <a:buSzPct val="75000"/>
              <a:buFont typeface="Symbol" charset="2"/>
              <a:buChar char=""/>
              <a:tabLst>
                <a:tab pos="0" algn="l"/>
              </a:tabLst>
            </a:pPr>
            <a:r>
              <a:rPr lang="fr-FR" sz="3200" b="0" u="none" strike="noStrike">
                <a:solidFill>
                  <a:schemeClr val="dk1"/>
                </a:solidFill>
                <a:effectLst/>
                <a:uFillTx/>
                <a:latin typeface="Arial"/>
              </a:rPr>
              <a:t>Fourth Outline Level</a:t>
            </a:r>
            <a:endParaRPr lang="fr-FR" sz="3200" b="0" u="none" strike="noStrike">
              <a:solidFill>
                <a:schemeClr val="dk1"/>
              </a:solidFill>
              <a:effectLst/>
              <a:uFillTx/>
              <a:latin typeface="Arial"/>
            </a:endParaRPr>
          </a:p>
          <a:p>
            <a:pPr marL="1828800" lvl="4" algn="l" defTabSz="4368960">
              <a:spcBef>
                <a:spcPts val="283"/>
              </a:spcBef>
              <a:buClr>
                <a:srgbClr val="000000"/>
              </a:buClr>
              <a:buSzPct val="45000"/>
              <a:buFont typeface="Wingdings" charset="2"/>
              <a:buChar char=""/>
              <a:tabLst>
                <a:tab pos="0" algn="l"/>
              </a:tabLst>
            </a:pPr>
            <a:r>
              <a:rPr lang="fr-FR" sz="3200" b="0" u="none" strike="noStrike">
                <a:solidFill>
                  <a:schemeClr val="dk1"/>
                </a:solidFill>
                <a:effectLst/>
                <a:uFillTx/>
                <a:latin typeface="Arial"/>
              </a:rPr>
              <a:t>Fifth Outline Level</a:t>
            </a:r>
            <a:endParaRPr lang="fr-FR" sz="3200" b="0" u="none" strike="noStrike">
              <a:solidFill>
                <a:schemeClr val="dk1"/>
              </a:solidFill>
              <a:effectLst/>
              <a:uFillTx/>
              <a:latin typeface="Arial"/>
            </a:endParaRPr>
          </a:p>
          <a:p>
            <a:pPr marL="2286000" lvl="5" algn="l" defTabSz="4368960">
              <a:spcBef>
                <a:spcPts val="283"/>
              </a:spcBef>
              <a:buClr>
                <a:srgbClr val="000000"/>
              </a:buClr>
              <a:buSzPct val="45000"/>
              <a:buFont typeface="Wingdings" charset="2"/>
              <a:buChar char=""/>
              <a:tabLst>
                <a:tab pos="0" algn="l"/>
              </a:tabLst>
            </a:pPr>
            <a:r>
              <a:rPr lang="fr-FR" sz="3200" b="0" u="none" strike="noStrike">
                <a:solidFill>
                  <a:schemeClr val="dk1"/>
                </a:solidFill>
                <a:effectLst/>
                <a:uFillTx/>
                <a:latin typeface="Arial"/>
              </a:rPr>
              <a:t>Sixth Outline Level</a:t>
            </a:r>
            <a:endParaRPr lang="fr-FR" sz="3200" b="0" u="none" strike="noStrike">
              <a:solidFill>
                <a:schemeClr val="dk1"/>
              </a:solidFill>
              <a:effectLst/>
              <a:uFillTx/>
              <a:latin typeface="Arial"/>
            </a:endParaRPr>
          </a:p>
          <a:p>
            <a:pPr marL="2743200" lvl="6" algn="l" defTabSz="4368960">
              <a:spcBef>
                <a:spcPts val="283"/>
              </a:spcBef>
              <a:buClr>
                <a:srgbClr val="000000"/>
              </a:buClr>
              <a:buSzPct val="45000"/>
              <a:buFont typeface="Wingdings" charset="2"/>
              <a:buChar char=""/>
              <a:tabLst>
                <a:tab pos="0" algn="l"/>
              </a:tabLst>
            </a:pPr>
            <a:r>
              <a:rPr lang="fr-FR" sz="3200" b="0" u="none" strike="noStrike">
                <a:solidFill>
                  <a:schemeClr val="dk1"/>
                </a:solidFill>
                <a:effectLst/>
                <a:uFillTx/>
                <a:latin typeface="Arial"/>
              </a:rPr>
              <a:t>Seventh Outline Level</a:t>
            </a:r>
            <a:endParaRPr lang="fr-FR" sz="3200" b="0" u="none" strike="noStrike">
              <a:solidFill>
                <a:schemeClr val="dk1"/>
              </a:solidFill>
              <a:effectLst/>
              <a:uFillTx/>
              <a:latin typeface="Arial"/>
            </a:endParaRPr>
          </a:p>
        </p:txBody>
      </p:sp>
      <p:sp>
        <p:nvSpPr>
          <p:cNvPr id="55" name="PlaceHolder 3"/>
          <p:cNvSpPr>
            <a:spLocks noGrp="1"/>
          </p:cNvSpPr>
          <p:nvPr>
            <p:ph type="body"/>
          </p:nvPr>
        </p:nvSpPr>
        <p:spPr>
          <a:xfrm>
            <a:off x="6448320" y="34093080"/>
            <a:ext cx="19738440" cy="5113080"/>
          </a:xfrm>
          <a:prstGeom prst="rect">
            <a:avLst/>
          </a:prstGeom>
          <a:noFill/>
          <a:ln w="0">
            <a:noFill/>
          </a:ln>
        </p:spPr>
        <p:txBody>
          <a:bodyPr numCol="1" spcCol="0" lIns="437040" tIns="218520" rIns="437040" bIns="218520" anchor="t">
            <a:noAutofit/>
          </a:bodyPr>
          <a:lstStyle>
            <a:lvl1pPr indent="0" algn="l" defTabSz="4368960">
              <a:lnSpc>
                <a:spcPct val="100000"/>
              </a:lnSpc>
              <a:spcBef>
                <a:spcPts val="281"/>
              </a:spcBef>
              <a:buNone/>
              <a:tabLst>
                <a:tab pos="0" algn="l"/>
              </a:tabLst>
              <a:defRPr lang="fr-FR" sz="1400" b="0" u="none" strike="noStrike">
                <a:solidFill>
                  <a:schemeClr val="dk1"/>
                </a:solidFill>
                <a:effectLst/>
                <a:uFillTx/>
                <a:latin typeface="Arial"/>
                <a:ea typeface="ＭＳ Ｐゴシック"/>
              </a:defRPr>
            </a:lvl1pPr>
          </a:lstStyle>
          <a:p>
            <a:pPr indent="0" algn="l" defTabSz="4368960">
              <a:lnSpc>
                <a:spcPct val="100000"/>
              </a:lnSpc>
              <a:spcBef>
                <a:spcPts val="281"/>
              </a:spcBef>
              <a:buNone/>
              <a:tabLst>
                <a:tab pos="0" algn="l"/>
              </a:tabLst>
            </a:pPr>
            <a:r>
              <a:rPr lang="fr-FR" sz="1400" b="0" u="none" strike="noStrike">
                <a:solidFill>
                  <a:schemeClr val="dk1"/>
                </a:solidFill>
                <a:effectLst/>
                <a:uFillTx/>
                <a:latin typeface="Arial"/>
                <a:ea typeface="ＭＳ Ｐゴシック"/>
              </a:rPr>
              <a:t>Cliquez pour modifier les styles du texte du masque</a:t>
            </a:r>
            <a:endParaRPr lang="fr-FR" sz="1400" b="0" u="none" strike="noStrike">
              <a:solidFill>
                <a:schemeClr val="dk1"/>
              </a:solidFill>
              <a:effectLst/>
              <a:uFillTx/>
              <a:latin typeface="Arial"/>
            </a:endParaRPr>
          </a:p>
        </p:txBody>
      </p:sp>
      <p:sp>
        <p:nvSpPr>
          <p:cNvPr id="56" name="PlaceHolder 4"/>
          <p:cNvSpPr>
            <a:spLocks noGrp="1"/>
          </p:cNvSpPr>
          <p:nvPr>
            <p:ph type="dt" idx="31"/>
          </p:nvPr>
        </p:nvSpPr>
        <p:spPr>
          <a:xfrm>
            <a:off x="2467080" y="39690720"/>
            <a:ext cx="6854400" cy="2903040"/>
          </a:xfrm>
          <a:prstGeom prst="rect">
            <a:avLst/>
          </a:prstGeom>
          <a:noFill/>
          <a:ln w="0">
            <a:noFill/>
          </a:ln>
        </p:spPr>
        <p:txBody>
          <a:bodyPr numCol="1" spcCol="0" lIns="437040" tIns="218520" rIns="437040" bIns="218520" anchor="t">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7" name="PlaceHolder 5"/>
          <p:cNvSpPr>
            <a:spLocks noGrp="1"/>
          </p:cNvSpPr>
          <p:nvPr>
            <p:ph type="ftr" idx="32"/>
          </p:nvPr>
        </p:nvSpPr>
        <p:spPr>
          <a:xfrm>
            <a:off x="11241000" y="39690720"/>
            <a:ext cx="10416960" cy="2903040"/>
          </a:xfrm>
          <a:prstGeom prst="rect">
            <a:avLst/>
          </a:prstGeom>
          <a:noFill/>
          <a:ln w="0">
            <a:noFill/>
          </a:ln>
        </p:spPr>
        <p:txBody>
          <a:bodyPr numCol="1" spcCol="0" lIns="437040" tIns="218520" rIns="437040" bIns="21852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8" name="PlaceHolder 6"/>
          <p:cNvSpPr>
            <a:spLocks noGrp="1"/>
          </p:cNvSpPr>
          <p:nvPr>
            <p:ph type="sldNum" idx="33"/>
          </p:nvPr>
        </p:nvSpPr>
        <p:spPr>
          <a:xfrm>
            <a:off x="23577480" y="39690720"/>
            <a:ext cx="6854400" cy="2903040"/>
          </a:xfrm>
          <a:prstGeom prst="rect">
            <a:avLst/>
          </a:prstGeom>
          <a:noFill/>
          <a:ln w="0">
            <a:noFill/>
          </a:ln>
        </p:spPr>
        <p:txBody>
          <a:bodyPr numCol="1" spcCol="0" lIns="437040" tIns="218520" rIns="437040" bIns="218520" anchor="t">
            <a:noAutofit/>
          </a:bodyPr>
          <a:lstStyle>
            <a:lvl1pPr indent="0" algn="r" defTabSz="4368960">
              <a:lnSpc>
                <a:spcPct val="100000"/>
              </a:lnSpc>
              <a:buNone/>
              <a:defRPr lang="fr-FR" sz="6700" b="0" u="none" strike="noStrike">
                <a:solidFill>
                  <a:schemeClr val="dk1"/>
                </a:solidFill>
                <a:effectLst/>
                <a:uFillTx/>
                <a:latin typeface="Arial"/>
                <a:ea typeface="ＭＳ Ｐゴシック"/>
              </a:defRPr>
            </a:lvl1pPr>
          </a:lstStyle>
          <a:p>
            <a:pPr indent="0" algn="r" defTabSz="4368960">
              <a:lnSpc>
                <a:spcPct val="100000"/>
              </a:lnSpc>
              <a:buNone/>
            </a:pPr>
            <a:fld id="{8B59EEEB-5847-4B28-9BEF-40D4BD9541A5}" type="slidenum">
              <a:rPr lang="fr-FR" sz="6700" b="0" u="none" strike="noStrike">
                <a:solidFill>
                  <a:schemeClr val="dk1"/>
                </a:solidFill>
                <a:effectLst/>
                <a:uFillTx/>
                <a:latin typeface="Arial"/>
                <a:ea typeface="ＭＳ Ｐゴシック"/>
              </a:rPr>
              <a:t>&lt;number&gt;</a:t>
            </a:fld>
            <a:endParaRPr lang="en-US" sz="67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 name="Image 2"/>
          <p:cNvPicPr/>
          <p:nvPr/>
        </p:nvPicPr>
        <p:blipFill>
          <a:blip r:embed="rId1"/>
          <a:stretch/>
        </p:blipFill>
        <p:spPr>
          <a:xfrm>
            <a:off x="1256040" y="-37080"/>
            <a:ext cx="31679280" cy="4212360"/>
          </a:xfrm>
          <a:prstGeom prst="rect">
            <a:avLst/>
          </a:prstGeom>
          <a:noFill/>
          <a:ln w="0">
            <a:noFill/>
          </a:ln>
        </p:spPr>
      </p:pic>
      <p:sp>
        <p:nvSpPr>
          <p:cNvPr id="60" name="Zone de texte 11"/>
          <p:cNvSpPr/>
          <p:nvPr/>
        </p:nvSpPr>
        <p:spPr>
          <a:xfrm>
            <a:off x="1339560" y="42879600"/>
            <a:ext cx="31596120" cy="721440"/>
          </a:xfrm>
          <a:prstGeom prst="rect">
            <a:avLst/>
          </a:prstGeom>
          <a:noFill/>
          <a:ln w="0">
            <a:noFill/>
          </a:ln>
        </p:spPr>
        <p:style>
          <a:lnRef idx="0"/>
          <a:fillRef idx="0"/>
          <a:effectRef idx="0"/>
          <a:fontRef idx="minor"/>
        </p:style>
        <p:txBody>
          <a:bodyPr lIns="90000" tIns="45000" rIns="90000" bIns="45000" anchor="t">
            <a:noAutofit/>
          </a:bodyPr>
          <a:p>
            <a:pPr algn="ctr">
              <a:lnSpc>
                <a:spcPct val="100000"/>
              </a:lnSpc>
            </a:pPr>
            <a:r>
              <a:rPr lang="fr-FR" sz="1900" b="0" u="none" strike="noStrike">
                <a:solidFill>
                  <a:schemeClr val="dk1"/>
                </a:solidFill>
                <a:effectLst/>
                <a:uFillTx/>
                <a:latin typeface="Cabinet Grotesk"/>
                <a:ea typeface="ＭＳ Ｐゴシック"/>
              </a:rPr>
              <a:t>© Toute reproduction, même partielle, doit indiquer clairement le nom de tous les auteurs, le nom du Département, ainsi que la mention « Printemps des Sciences 2026 – Exposition des Sciences – Bruxelles »</a:t>
            </a:r>
            <a:endParaRPr lang="en-US" sz="1900" b="0" u="none" strike="noStrike">
              <a:solidFill>
                <a:srgbClr val="000000"/>
              </a:solidFill>
              <a:effectLst/>
              <a:uFillTx/>
              <a:latin typeface="Arial"/>
            </a:endParaRPr>
          </a:p>
          <a:p>
            <a:pPr algn="ctr">
              <a:lnSpc>
                <a:spcPct val="100000"/>
              </a:lnSpc>
            </a:pPr>
            <a:endParaRPr lang="en-US" sz="1900" b="0" u="none" strike="noStrike">
              <a:solidFill>
                <a:srgbClr val="000000"/>
              </a:solidFill>
              <a:effectLst/>
              <a:uFillTx/>
              <a:latin typeface="Arial"/>
            </a:endParaRPr>
          </a:p>
        </p:txBody>
      </p:sp>
      <p:sp>
        <p:nvSpPr>
          <p:cNvPr id="61" name="ZoneTexte 12"/>
          <p:cNvSpPr/>
          <p:nvPr/>
        </p:nvSpPr>
        <p:spPr>
          <a:xfrm>
            <a:off x="2645280" y="7667640"/>
            <a:ext cx="13657320" cy="7587000"/>
          </a:xfrm>
          <a:prstGeom prst="rect">
            <a:avLst/>
          </a:prstGeom>
          <a:noFill/>
          <a:ln w="0">
            <a:noFill/>
          </a:ln>
        </p:spPr>
        <p:style>
          <a:lnRef idx="0"/>
          <a:fillRef idx="0"/>
          <a:effectRef idx="0"/>
          <a:fontRef idx="minor"/>
        </p:style>
        <p:txBody>
          <a:bodyPr lIns="90000" tIns="45000" rIns="90000" bIns="45000" anchor="t">
            <a:spAutoFit/>
          </a:bodyPr>
          <a:p>
            <a:pPr>
              <a:lnSpc>
                <a:spcPct val="150000"/>
              </a:lnSpc>
            </a:pPr>
            <a:r>
              <a:rPr lang="fr-FR" sz="4800" b="1" u="none" strike="noStrike">
                <a:solidFill>
                  <a:srgbClr val="37AB51"/>
                </a:solidFill>
                <a:effectLst/>
                <a:uFillTx/>
                <a:latin typeface="Cabinet Grotesk Variable"/>
                <a:ea typeface="ＭＳ Ｐゴシック"/>
              </a:rPr>
              <a:t>Titre 1</a:t>
            </a:r>
            <a:endParaRPr lang="en-US" sz="4800" b="0" u="none" strike="noStrike">
              <a:solidFill>
                <a:srgbClr val="000000"/>
              </a:solidFill>
              <a:effectLst/>
              <a:uFillTx/>
              <a:latin typeface="Cabinet Grotesk Variable"/>
            </a:endParaRPr>
          </a:p>
          <a:p>
            <a:pPr>
              <a:lnSpc>
                <a:spcPct val="150000"/>
              </a:lnSpc>
            </a:pPr>
            <a:r>
              <a:rPr lang="fr-FR" sz="4000" b="1" i="1" u="none" strike="noStrike">
                <a:solidFill>
                  <a:srgbClr val="E94370"/>
                </a:solidFill>
                <a:effectLst/>
                <a:uFillTx/>
                <a:latin typeface="Cabinet Grotesk Variable"/>
                <a:ea typeface="ＭＳ Ｐゴシック"/>
              </a:rPr>
              <a:t>Titre 2</a:t>
            </a:r>
            <a:endParaRPr lang="en-US" sz="4000" b="0" u="none" strike="noStrike">
              <a:solidFill>
                <a:srgbClr val="000000"/>
              </a:solidFill>
              <a:effectLst/>
              <a:uFillTx/>
              <a:latin typeface="Cabinet Grotesk Variable"/>
            </a:endParaRPr>
          </a:p>
          <a:p>
            <a:pPr algn="just">
              <a:lnSpc>
                <a:spcPct val="100000"/>
              </a:lnSpc>
            </a:pPr>
            <a:r>
              <a:rPr lang="fr-BE" sz="4000" b="0" u="none" strike="noStrike">
                <a:solidFill>
                  <a:srgbClr val="292355"/>
                </a:solidFill>
                <a:effectLst/>
                <a:uFillTx/>
                <a:latin typeface="Cabinet Grotesk Variable"/>
                <a:ea typeface="ＭＳ Ｐゴシック"/>
              </a:rPr>
              <a:t>Novitates autem si spem adferunt, ut tamquam in herbis non fallacibus fructus appareat, non sunt illae quidem repudiandae, vetustas tamen suo loco conservanda; maxima est enim vis vetustatis et consuetudinis. Quin in ipso equo, cuius modo feci mentionem, si nulla res impediat, nemo est, quin eo, quo consuevit, libentius utatur quam intractato et novo. Nec vero in hoc quod est animal, sed in iis etiam quae sunt inanima, consuetudo valet, cum locis ipsis delectemur, montuosis etiam et silvestribus, in quibus diutius commorati sumus.</a:t>
            </a:r>
            <a:endParaRPr lang="en-US" sz="4000" b="0" u="none" strike="noStrike">
              <a:solidFill>
                <a:srgbClr val="000000"/>
              </a:solidFill>
              <a:effectLst/>
              <a:uFillTx/>
              <a:latin typeface="Cabinet Grotesk Variable"/>
            </a:endParaRPr>
          </a:p>
        </p:txBody>
      </p:sp>
      <p:sp>
        <p:nvSpPr>
          <p:cNvPr id="62" name="Zone de texte 40"/>
          <p:cNvSpPr/>
          <p:nvPr/>
        </p:nvSpPr>
        <p:spPr>
          <a:xfrm>
            <a:off x="10545120" y="-27000"/>
            <a:ext cx="14473080" cy="4331160"/>
          </a:xfrm>
          <a:prstGeom prst="rect">
            <a:avLst/>
          </a:prstGeom>
          <a:noFill/>
          <a:ln w="12700">
            <a:noFill/>
          </a:ln>
        </p:spPr>
        <p:style>
          <a:lnRef idx="0"/>
          <a:fillRef idx="0"/>
          <a:effectRef idx="0"/>
          <a:fontRef idx="minor"/>
        </p:style>
        <p:txBody>
          <a:bodyPr lIns="90000" tIns="45000" rIns="90000" bIns="45000" anchor="ctr">
            <a:noAutofit/>
          </a:bodyPr>
          <a:p>
            <a:pPr algn="ctr">
              <a:lnSpc>
                <a:spcPct val="100000"/>
              </a:lnSpc>
              <a:spcAft>
                <a:spcPts val="1199"/>
              </a:spcAft>
            </a:pPr>
            <a:r>
              <a:rPr lang="fr-FR" sz="8000" b="1" u="none" strike="noStrike">
                <a:solidFill>
                  <a:schemeClr val="lt1"/>
                </a:solidFill>
                <a:effectLst/>
                <a:uFillTx/>
                <a:latin typeface="Cabinet Grotesk Variable"/>
                <a:ea typeface="ＭＳ Ｐゴシック"/>
              </a:rPr>
              <a:t>Titre de la présentation : ce titre peut s’étendre sur 3 lignes, si </a:t>
            </a:r>
            <a:r>
              <a:rPr lang="fr-FR" sz="8000" b="1" u="none" strike="noStrike">
                <a:solidFill>
                  <a:schemeClr val="lt1"/>
                </a:solidFill>
                <a:effectLst/>
                <a:uFillTx/>
                <a:latin typeface="Cabinet Grotesk Variable"/>
                <a:ea typeface="ＭＳ Ｐゴシック"/>
              </a:rPr>
              <a:t>nécessaire</a:t>
            </a:r>
            <a:endParaRPr lang="en-US" sz="8000" b="0" u="none" strike="noStrike">
              <a:solidFill>
                <a:srgbClr val="000000"/>
              </a:solidFill>
              <a:effectLst/>
              <a:uFillTx/>
              <a:latin typeface="Cabinet Grotesk Variable"/>
            </a:endParaRPr>
          </a:p>
        </p:txBody>
      </p:sp>
      <p:sp>
        <p:nvSpPr>
          <p:cNvPr id="63" name="ZoneTexte 12"/>
          <p:cNvSpPr/>
          <p:nvPr/>
        </p:nvSpPr>
        <p:spPr>
          <a:xfrm>
            <a:off x="18033840" y="7667640"/>
            <a:ext cx="13608360" cy="7587000"/>
          </a:xfrm>
          <a:prstGeom prst="rect">
            <a:avLst/>
          </a:prstGeom>
          <a:noFill/>
          <a:ln w="0">
            <a:noFill/>
          </a:ln>
        </p:spPr>
        <p:style>
          <a:lnRef idx="0"/>
          <a:fillRef idx="0"/>
          <a:effectRef idx="0"/>
          <a:fontRef idx="minor"/>
        </p:style>
        <p:txBody>
          <a:bodyPr lIns="90000" tIns="45000" rIns="90000" bIns="45000" anchor="t">
            <a:spAutoFit/>
          </a:bodyPr>
          <a:p>
            <a:pPr>
              <a:lnSpc>
                <a:spcPct val="150000"/>
              </a:lnSpc>
            </a:pPr>
            <a:r>
              <a:rPr lang="fr-FR" sz="4800" b="1" u="none" strike="noStrike">
                <a:solidFill>
                  <a:srgbClr val="37AB51"/>
                </a:solidFill>
                <a:effectLst/>
                <a:uFillTx/>
                <a:latin typeface="Cabinet Grotesk Variable"/>
                <a:ea typeface="ＭＳ Ｐゴシック"/>
              </a:rPr>
              <a:t>Titre 1</a:t>
            </a:r>
            <a:endParaRPr lang="en-US" sz="4800" b="0" u="none" strike="noStrike">
              <a:solidFill>
                <a:srgbClr val="000000"/>
              </a:solidFill>
              <a:effectLst/>
              <a:uFillTx/>
              <a:latin typeface="Cabinet Grotesk Variable"/>
            </a:endParaRPr>
          </a:p>
          <a:p>
            <a:pPr>
              <a:lnSpc>
                <a:spcPct val="150000"/>
              </a:lnSpc>
            </a:pPr>
            <a:r>
              <a:rPr lang="fr-FR" sz="4000" b="1" i="1" u="none" strike="noStrike">
                <a:solidFill>
                  <a:srgbClr val="E94370"/>
                </a:solidFill>
                <a:effectLst/>
                <a:uFillTx/>
                <a:latin typeface="Cabinet Grotesk Variable"/>
                <a:ea typeface="ＭＳ Ｐゴシック"/>
              </a:rPr>
              <a:t>Titre 2</a:t>
            </a:r>
            <a:endParaRPr lang="en-US" sz="4000" b="0" u="none" strike="noStrike">
              <a:solidFill>
                <a:srgbClr val="000000"/>
              </a:solidFill>
              <a:effectLst/>
              <a:uFillTx/>
              <a:latin typeface="Cabinet Grotesk Variable"/>
            </a:endParaRPr>
          </a:p>
          <a:p>
            <a:pPr algn="just">
              <a:lnSpc>
                <a:spcPct val="100000"/>
              </a:lnSpc>
            </a:pPr>
            <a:r>
              <a:rPr lang="fr-BE" sz="4000" b="0" u="none" strike="noStrike">
                <a:solidFill>
                  <a:srgbClr val="272659"/>
                </a:solidFill>
                <a:effectLst/>
                <a:uFillTx/>
                <a:latin typeface="Cabinet Grotesk Variable"/>
                <a:ea typeface="ＭＳ Ｐゴシック"/>
              </a:rPr>
              <a:t>Novitates autem si spem adferunt, ut tamquam in herbis non fallacibus fructus appareat, non sunt illae quidem repudiandae, vetustas tamen suo loco conservanda; maxima est enim vis vetustatis et consuetudinis. Quin in ipso equo, cuius modo feci mentionem, si nulla res impediat, nemo est, quin eo, quo consuevit, libentius utatur quam intractato et novo. Nec vero in hoc quod est animal, sed in iis etiam quae sunt inanima, consuetudo valet, cum locis ipsis delectemur, montuosis etiam et silvestribus, in quibus diutius commorati sumus.</a:t>
            </a:r>
            <a:endParaRPr lang="en-US" sz="4000" b="0" u="none" strike="noStrike">
              <a:solidFill>
                <a:srgbClr val="000000"/>
              </a:solidFill>
              <a:effectLst/>
              <a:uFillTx/>
              <a:latin typeface="Cabinet Grotesk Variable"/>
            </a:endParaRPr>
          </a:p>
        </p:txBody>
      </p:sp>
      <p:sp>
        <p:nvSpPr>
          <p:cNvPr id="64" name="Zone de texte 40"/>
          <p:cNvSpPr/>
          <p:nvPr/>
        </p:nvSpPr>
        <p:spPr>
          <a:xfrm>
            <a:off x="2645280" y="4885920"/>
            <a:ext cx="29282400" cy="2880000"/>
          </a:xfrm>
          <a:prstGeom prst="rect">
            <a:avLst/>
          </a:prstGeom>
          <a:noFill/>
          <a:ln w="12700">
            <a:noFill/>
          </a:ln>
        </p:spPr>
        <p:style>
          <a:lnRef idx="0"/>
          <a:fillRef idx="0"/>
          <a:effectRef idx="0"/>
          <a:fontRef idx="minor"/>
        </p:style>
        <p:txBody>
          <a:bodyPr lIns="90000" tIns="45000" rIns="90000" bIns="45000" anchor="t">
            <a:noAutofit/>
          </a:bodyPr>
          <a:p>
            <a:pPr algn="ctr">
              <a:lnSpc>
                <a:spcPct val="100000"/>
              </a:lnSpc>
              <a:spcAft>
                <a:spcPts val="1199"/>
              </a:spcAft>
            </a:pPr>
            <a:r>
              <a:rPr lang="fr-FR" sz="4800" b="1" u="none" strike="noStrike">
                <a:solidFill>
                  <a:srgbClr val="37AB51"/>
                </a:solidFill>
                <a:effectLst/>
                <a:uFillTx/>
                <a:latin typeface="Cabinet Grotesk Variable"/>
                <a:ea typeface="ＭＳ Ｐゴシック"/>
              </a:rPr>
              <a:t>UNIVERSITÉ LIBRE DE BRUXELLES – FACULTÉ DES SCIENCES</a:t>
            </a:r>
            <a:endParaRPr lang="en-US" sz="4800" b="0" u="none" strike="noStrike">
              <a:solidFill>
                <a:srgbClr val="000000"/>
              </a:solidFill>
              <a:effectLst/>
              <a:uFillTx/>
              <a:latin typeface="Cabinet Grotesk Variable"/>
            </a:endParaRPr>
          </a:p>
          <a:p>
            <a:pPr algn="ctr">
              <a:lnSpc>
                <a:spcPct val="100000"/>
              </a:lnSpc>
              <a:spcAft>
                <a:spcPts val="1199"/>
              </a:spcAft>
            </a:pPr>
            <a:r>
              <a:rPr lang="fr-FR" sz="4800" b="1" u="none" strike="noStrike">
                <a:solidFill>
                  <a:srgbClr val="37AB51"/>
                </a:solidFill>
                <a:effectLst/>
                <a:uFillTx/>
                <a:latin typeface="Cabinet Grotesk Variable"/>
                <a:ea typeface="ＭＳ Ｐゴシック"/>
              </a:rPr>
              <a:t>DÉPARTEMENT DE [NOM DU DÉPARTEMENT]</a:t>
            </a:r>
            <a:endParaRPr lang="en-US" sz="4800" b="0" u="none" strike="noStrike">
              <a:solidFill>
                <a:srgbClr val="000000"/>
              </a:solidFill>
              <a:effectLst/>
              <a:uFillTx/>
              <a:latin typeface="Cabinet Grotesk Variable"/>
            </a:endParaRPr>
          </a:p>
          <a:p>
            <a:pPr algn="ctr">
              <a:lnSpc>
                <a:spcPct val="100000"/>
              </a:lnSpc>
            </a:pPr>
            <a:r>
              <a:rPr lang="fr-FR" sz="3600" b="1" i="1" u="none" strike="noStrike">
                <a:solidFill>
                  <a:srgbClr val="E94370"/>
                </a:solidFill>
                <a:effectLst/>
                <a:uFillTx/>
                <a:latin typeface="Cabinet Grotesk Variable"/>
                <a:ea typeface="ＭＳ Ｐゴシック"/>
              </a:rPr>
              <a:t>Prénom NOM, Prénom NOM, Prénom NOM et Prénom NOM</a:t>
            </a:r>
            <a:endParaRPr lang="en-US" sz="3600" b="0" u="none" strike="noStrike">
              <a:solidFill>
                <a:srgbClr val="000000"/>
              </a:solidFill>
              <a:effectLst/>
              <a:uFillTx/>
              <a:latin typeface="Cabinet Grotesk Variable"/>
            </a:endParaRPr>
          </a:p>
        </p:txBody>
      </p:sp>
      <p:sp>
        <p:nvSpPr>
          <p:cNvPr id="65" name="Zone de texte 40"/>
          <p:cNvSpPr/>
          <p:nvPr/>
        </p:nvSpPr>
        <p:spPr>
          <a:xfrm>
            <a:off x="2436840" y="16638840"/>
            <a:ext cx="29282400" cy="2880000"/>
          </a:xfrm>
          <a:prstGeom prst="rect">
            <a:avLst/>
          </a:prstGeom>
          <a:noFill/>
          <a:ln w="12700">
            <a:noFill/>
          </a:ln>
        </p:spPr>
        <p:style>
          <a:lnRef idx="0"/>
          <a:fillRef idx="0"/>
          <a:effectRef idx="0"/>
          <a:fontRef idx="minor"/>
        </p:style>
        <p:txBody>
          <a:bodyPr lIns="90000" tIns="45000" rIns="90000" bIns="45000" anchor="t">
            <a:noAutofit/>
          </a:bodyPr>
          <a:p>
            <a:pPr algn="ctr">
              <a:lnSpc>
                <a:spcPct val="100000"/>
              </a:lnSpc>
              <a:spcAft>
                <a:spcPts val="1199"/>
              </a:spcAft>
            </a:pPr>
            <a:r>
              <a:rPr lang="fr-FR" sz="4800" b="1" i="1" u="none" strike="noStrike">
                <a:solidFill>
                  <a:srgbClr val="37AB51"/>
                </a:solidFill>
                <a:effectLst/>
                <a:uFillTx/>
                <a:latin typeface="Cabinet Grotesk"/>
                <a:ea typeface="ＭＳ Ｐゴシック"/>
              </a:rPr>
              <a:t>La disposition ci-</a:t>
            </a:r>
            <a:r>
              <a:rPr lang="fr-FR" sz="4800" b="1" i="1" u="none" strike="noStrike">
                <a:solidFill>
                  <a:srgbClr val="37AB51"/>
                </a:solidFill>
                <a:effectLst/>
                <a:uFillTx/>
                <a:latin typeface="Cabinet Grotesk Variable"/>
                <a:ea typeface="ＭＳ Ｐゴシック"/>
              </a:rPr>
              <a:t>dessus</a:t>
            </a:r>
            <a:r>
              <a:rPr lang="fr-FR" sz="4800" b="1" i="1" u="none" strike="noStrike">
                <a:solidFill>
                  <a:srgbClr val="37AB51"/>
                </a:solidFill>
                <a:effectLst/>
                <a:uFillTx/>
                <a:latin typeface="Cabinet Grotesk"/>
                <a:ea typeface="ＭＳ Ｐゴシック"/>
              </a:rPr>
              <a:t> est un exemple de structure, que vous pouvez changer. Pensez à structurer l’information, notamment en utilisant des titres et sous-titres de taille/couleurs différentes comme ci-dessus</a:t>
            </a:r>
            <a:endParaRPr lang="en-US" sz="4800" b="0" u="none" strike="noStrike">
              <a:solidFill>
                <a:srgbClr val="000000"/>
              </a:solidFill>
              <a:effectLst/>
              <a:uFillTx/>
              <a:latin typeface="Arial"/>
            </a:endParaRPr>
          </a:p>
        </p:txBody>
      </p:sp>
      <p:sp>
        <p:nvSpPr>
          <p:cNvPr id="66" name="ZoneTexte 1"/>
          <p:cNvSpPr/>
          <p:nvPr/>
        </p:nvSpPr>
        <p:spPr>
          <a:xfrm rot="16200000">
            <a:off x="-21218760" y="21080160"/>
            <a:ext cx="43628040" cy="1414800"/>
          </a:xfrm>
          <a:prstGeom prst="rect">
            <a:avLst/>
          </a:prstGeom>
          <a:solidFill>
            <a:srgbClr val="6C5098"/>
          </a:solidFill>
          <a:ln w="0">
            <a:noFill/>
          </a:ln>
        </p:spPr>
        <p:style>
          <a:lnRef idx="0"/>
          <a:fillRef idx="0"/>
          <a:effectRef idx="0"/>
          <a:fontRef idx="minor"/>
        </p:style>
        <p:txBody>
          <a:bodyPr lIns="90000" tIns="45000" rIns="90000" bIns="45000" anchor="ctr">
            <a:noAutofit/>
          </a:bodyPr>
          <a:p>
            <a:pPr algn="ctr">
              <a:lnSpc>
                <a:spcPct val="100000"/>
              </a:lnSpc>
              <a:spcAft>
                <a:spcPts val="1800"/>
              </a:spcAft>
              <a:tabLst>
                <a:tab pos="30853080" algn="l"/>
              </a:tabLst>
            </a:pPr>
            <a:r>
              <a:rPr lang="fr-FR" sz="6600" b="1" u="none" strike="noStrike">
                <a:solidFill>
                  <a:schemeClr val="accent3"/>
                </a:solidFill>
                <a:effectLst/>
                <a:uFillTx/>
                <a:latin typeface="Cabinet Grotesk"/>
                <a:ea typeface="ＭＳ Ｐゴシック"/>
              </a:rPr>
              <a:t>UNIVERSITÉ LIBRE DE BRUXELLES</a:t>
            </a:r>
            <a:r>
              <a:rPr lang="fr-FR" sz="6600" b="0" u="none" strike="noStrike">
                <a:solidFill>
                  <a:schemeClr val="accent3"/>
                </a:solidFill>
                <a:effectLst/>
                <a:uFillTx/>
                <a:latin typeface="Cabinet Grotesk"/>
                <a:ea typeface="ＭＳ Ｐゴシック"/>
              </a:rPr>
              <a:t> – </a:t>
            </a:r>
            <a:r>
              <a:rPr lang="fr-FR" sz="6600" b="1" u="none" strike="noStrike">
                <a:solidFill>
                  <a:schemeClr val="accent3"/>
                </a:solidFill>
                <a:effectLst/>
                <a:uFillTx/>
                <a:latin typeface="Cabinet Grotesk"/>
                <a:ea typeface="ＭＳ Ｐゴシック"/>
              </a:rPr>
              <a:t>FACULTÉ DES SCIENCES</a:t>
            </a:r>
            <a:endParaRPr lang="en-US" sz="6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Nouvelle présentation">
  <a:themeElements>
    <a:clrScheme name="Nouvelle pré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Nouvelle présentation">
      <a:majorFont>
        <a:latin typeface="Arial" pitchFamily="0" charset="1"/>
        <a:ea typeface="ＭＳ Ｐゴシック" pitchFamily="0" charset="1"/>
        <a:cs typeface=""/>
      </a:majorFont>
      <a:minorFont>
        <a:latin typeface="Arial" pitchFamily="0" charset="1"/>
        <a:ea typeface="ＭＳ Ｐゴシック" pitchFamily="0" charset="1"/>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6191</TotalTime>
  <Application>LibreOffice/26.2.1.2$Linux_X86_64 LibreOffice_project/620$Build-2</Application>
  <AppVersion>15.0000</AppVersion>
  <Words>330</Words>
  <Paragraphs>13</Paragraphs>
  <Company>Elvira/Puttevils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2005-02-24T09:50:45Z</dcterms:created>
  <dc:creator>Inforsciences</dc:creator>
  <dc:description/>
  <dc:language>en-US</dc:language>
  <cp:lastModifiedBy/>
  <cp:lastPrinted>2013-02-08T09:18:21Z</cp:lastPrinted>
  <dcterms:modified xsi:type="dcterms:W3CDTF">2026-03-11T17:02:01Z</dcterms:modified>
  <cp:revision>90</cp:revision>
  <dc:subject/>
  <dc:title>Présentation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Personnalisé</vt:lpwstr>
  </property>
  <property fmtid="{D5CDD505-2E9C-101B-9397-08002B2CF9AE}" pid="4" name="Slides">
    <vt:i4>1</vt:i4>
  </property>
</Properties>
</file>